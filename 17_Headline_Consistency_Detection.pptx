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1" r:id="rId5"/>
    <p:sldId id="292" r:id="rId6"/>
    <p:sldId id="293" r:id="rId7"/>
    <p:sldId id="315" r:id="rId8"/>
    <p:sldId id="317" r:id="rId9"/>
    <p:sldId id="318" r:id="rId10"/>
    <p:sldId id="319" r:id="rId11"/>
    <p:sldId id="320" r:id="rId12"/>
    <p:sldId id="321" r:id="rId13"/>
    <p:sldId id="3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guide id="3" pos="360" userDrawn="1">
          <p15:clr>
            <a:srgbClr val="A4A3A4"/>
          </p15:clr>
        </p15:guide>
        <p15:guide id="4" pos="7320" userDrawn="1">
          <p15:clr>
            <a:srgbClr val="A4A3A4"/>
          </p15:clr>
        </p15:guide>
        <p15:guide id="5" orient="horz" pos="648" userDrawn="1">
          <p15:clr>
            <a:srgbClr val="A4A3A4"/>
          </p15:clr>
        </p15:guide>
        <p15:guide id="6" orient="horz" pos="1296" userDrawn="1">
          <p15:clr>
            <a:srgbClr val="A4A3A4"/>
          </p15:clr>
        </p15:guide>
        <p15:guide id="7" orient="horz" pos="3408" userDrawn="1">
          <p15:clr>
            <a:srgbClr val="A4A3A4"/>
          </p15:clr>
        </p15:guide>
        <p15:guide id="8" orient="horz" pos="3600" userDrawn="1">
          <p15:clr>
            <a:srgbClr val="A4A3A4"/>
          </p15:clr>
        </p15:guide>
        <p15:guide id="9" orient="horz" pos="2352" userDrawn="1">
          <p15:clr>
            <a:srgbClr val="A4A3A4"/>
          </p15:clr>
        </p15:guide>
        <p15:guide id="10" orient="horz" pos="3936" userDrawn="1">
          <p15:clr>
            <a:srgbClr val="A4A3A4"/>
          </p15:clr>
        </p15:guide>
        <p15:guide id="11" orient="horz" pos="4080" userDrawn="1">
          <p15:clr>
            <a:srgbClr val="A4A3A4"/>
          </p15:clr>
        </p15:guide>
        <p15:guide id="12" orient="horz" pos="11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2C3E"/>
    <a:srgbClr val="84B278"/>
    <a:srgbClr val="F5F2EB"/>
    <a:srgbClr val="F4F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2838BEF-8BB2-4498-84A7-C5851F593DF1}">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showGuides="1">
      <p:cViewPr varScale="1">
        <p:scale>
          <a:sx n="104" d="100"/>
          <a:sy n="104" d="100"/>
        </p:scale>
        <p:origin x="282" y="96"/>
      </p:cViewPr>
      <p:guideLst>
        <p:guide orient="horz" pos="2208"/>
        <p:guide pos="3840"/>
        <p:guide pos="360"/>
        <p:guide pos="7320"/>
        <p:guide orient="horz" pos="648"/>
        <p:guide orient="horz" pos="1296"/>
        <p:guide orient="horz" pos="3408"/>
        <p:guide orient="horz" pos="3600"/>
        <p:guide orient="horz" pos="2352"/>
        <p:guide orient="horz" pos="3936"/>
        <p:guide orient="horz" pos="4080"/>
        <p:guide orient="horz" pos="1128"/>
      </p:guideLst>
    </p:cSldViewPr>
  </p:slideViewPr>
  <p:outlineViewPr>
    <p:cViewPr>
      <p:scale>
        <a:sx n="33" d="100"/>
        <a:sy n="33" d="100"/>
      </p:scale>
      <p:origin x="0" y="0"/>
    </p:cViewPr>
  </p:outlineViewPr>
  <p:notesTextViewPr>
    <p:cViewPr>
      <p:scale>
        <a:sx n="55" d="100"/>
        <a:sy n="55" d="100"/>
      </p:scale>
      <p:origin x="0" y="0"/>
    </p:cViewPr>
  </p:notesTextViewPr>
  <p:sorterViewPr>
    <p:cViewPr>
      <p:scale>
        <a:sx n="80" d="100"/>
        <a:sy n="80" d="100"/>
      </p:scale>
      <p:origin x="0" y="0"/>
    </p:cViewPr>
  </p:sorterViewPr>
  <p:notesViewPr>
    <p:cSldViewPr snapToGrid="0">
      <p:cViewPr varScale="1">
        <p:scale>
          <a:sx n="58" d="100"/>
          <a:sy n="58" d="100"/>
        </p:scale>
        <p:origin x="2386"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D62D9B-342B-0F6F-95A2-BC0A60BE1B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86CD1D-F25A-470D-0E44-E59ED13385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69BD15-EBD2-4D6E-A385-EB8CF4A6720A}" type="datetimeFigureOut">
              <a:rPr lang="en-US" smtClean="0"/>
              <a:t>10/22/2026</a:t>
            </a:fld>
            <a:endParaRPr lang="en-US"/>
          </a:p>
        </p:txBody>
      </p:sp>
      <p:sp>
        <p:nvSpPr>
          <p:cNvPr id="4" name="Footer Placeholder 3">
            <a:extLst>
              <a:ext uri="{FF2B5EF4-FFF2-40B4-BE49-F238E27FC236}">
                <a16:creationId xmlns:a16="http://schemas.microsoft.com/office/drawing/2014/main" id="{2C19B365-F1DA-9739-052F-3E51D38B9F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BD471A-DE7F-C916-1D17-13EBD27B73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9CC14B-BCB7-42B9-9A42-7743F68E1773}" type="slidenum">
              <a:rPr lang="en-US" smtClean="0"/>
              <a:t>‹#›</a:t>
            </a:fld>
            <a:endParaRPr lang="en-US"/>
          </a:p>
        </p:txBody>
      </p:sp>
    </p:spTree>
    <p:extLst>
      <p:ext uri="{BB962C8B-B14F-4D97-AF65-F5344CB8AC3E}">
        <p14:creationId xmlns:p14="http://schemas.microsoft.com/office/powerpoint/2010/main" val="28070644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87914-B979-D441-9584-07C203378D42}" type="datetimeFigureOut">
              <a:rPr lang="en-US" smtClean="0"/>
              <a:t>10/22/2026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38216B-BE00-0B44-858C-A4D22CFBA301}" type="slidenum">
              <a:rPr lang="en-US" smtClean="0"/>
              <a:t>‹#›</a:t>
            </a:fld>
            <a:endParaRPr lang="en-US" dirty="0"/>
          </a:p>
        </p:txBody>
      </p:sp>
    </p:spTree>
    <p:extLst>
      <p:ext uri="{BB962C8B-B14F-4D97-AF65-F5344CB8AC3E}">
        <p14:creationId xmlns:p14="http://schemas.microsoft.com/office/powerpoint/2010/main" val="3795552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8" name="Picture 7" descr="Close-up of flamingo feathers">
            <a:extLst>
              <a:ext uri="{FF2B5EF4-FFF2-40B4-BE49-F238E27FC236}">
                <a16:creationId xmlns:a16="http://schemas.microsoft.com/office/drawing/2014/main" id="{84224156-DF97-27B4-F5A6-C479644E9983}"/>
              </a:ext>
            </a:extLst>
          </p:cNvPr>
          <p:cNvPicPr>
            <a:picLocks noChangeAspect="1"/>
          </p:cNvPicPr>
          <p:nvPr userDrawn="1"/>
        </p:nvPicPr>
        <p:blipFill rotWithShape="1">
          <a:blip r:embed="rId2">
            <a:alphaModFix amt="55000"/>
          </a:blip>
          <a:srcRect b="14856"/>
          <a:stretch/>
        </p:blipFill>
        <p:spPr>
          <a:xfrm>
            <a:off x="0" y="0"/>
            <a:ext cx="12192000" cy="6858000"/>
          </a:xfrm>
          <a:prstGeom prst="rect">
            <a:avLst/>
          </a:prstGeom>
        </p:spPr>
      </p:pic>
      <p:sp>
        <p:nvSpPr>
          <p:cNvPr id="11" name="Rounded Rectangle 8">
            <a:extLst>
              <a:ext uri="{FF2B5EF4-FFF2-40B4-BE49-F238E27FC236}">
                <a16:creationId xmlns:a16="http://schemas.microsoft.com/office/drawing/2014/main" id="{DCE22C9A-30B6-12EB-423C-34454BE2D734}"/>
              </a:ext>
            </a:extLst>
          </p:cNvPr>
          <p:cNvSpPr/>
          <p:nvPr userDrawn="1"/>
        </p:nvSpPr>
        <p:spPr>
          <a:xfrm rot="16200000">
            <a:off x="3838487" y="-1434547"/>
            <a:ext cx="4515026" cy="9727095"/>
          </a:xfrm>
          <a:prstGeom prst="roundRect">
            <a:avLst>
              <a:gd name="adj" fmla="val 50000"/>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2075688" y="1510442"/>
            <a:ext cx="8037576" cy="3837115"/>
          </a:xfrm>
        </p:spPr>
        <p:txBody>
          <a:bodyPr anchor="ctr">
            <a:noAutofit/>
          </a:bodyPr>
          <a:lstStyle>
            <a:lvl1pPr algn="ctr">
              <a:defRPr sz="4800"/>
            </a:lvl1pPr>
          </a:lstStyle>
          <a:p>
            <a:r>
              <a:rPr lang="en-US"/>
              <a:t>Click to edit Master title style</a:t>
            </a:r>
            <a:endParaRPr lang="en-US" dirty="0"/>
          </a:p>
        </p:txBody>
      </p:sp>
      <p:sp>
        <p:nvSpPr>
          <p:cNvPr id="6" name="Rounded Rectangle 10">
            <a:extLst>
              <a:ext uri="{FF2B5EF4-FFF2-40B4-BE49-F238E27FC236}">
                <a16:creationId xmlns:a16="http://schemas.microsoft.com/office/drawing/2014/main" id="{C8CEB3A4-8583-3114-2BDD-D7AE1CABCD1D}"/>
              </a:ext>
            </a:extLst>
          </p:cNvPr>
          <p:cNvSpPr/>
          <p:nvPr userDrawn="1"/>
        </p:nvSpPr>
        <p:spPr>
          <a:xfrm rot="16200000">
            <a:off x="4177443" y="-1088756"/>
            <a:ext cx="3837115" cy="9035512"/>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41508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5D5913B7-7EE8-A67C-928F-0117A5BBB2F9}"/>
              </a:ext>
            </a:extLst>
          </p:cNvPr>
          <p:cNvSpPr/>
          <p:nvPr userDrawn="1"/>
        </p:nvSpPr>
        <p:spPr>
          <a:xfrm rot="5400000">
            <a:off x="9434872" y="-1570777"/>
            <a:ext cx="1312335" cy="4372608"/>
          </a:xfrm>
          <a:custGeom>
            <a:avLst/>
            <a:gdLst>
              <a:gd name="connsiteX0" fmla="*/ 0 w 1312335"/>
              <a:gd name="connsiteY0" fmla="*/ 4345730 h 4372608"/>
              <a:gd name="connsiteX1" fmla="*/ 0 w 1312335"/>
              <a:gd name="connsiteY1" fmla="*/ 0 h 4372608"/>
              <a:gd name="connsiteX2" fmla="*/ 1312335 w 1312335"/>
              <a:gd name="connsiteY2" fmla="*/ 0 h 4372608"/>
              <a:gd name="connsiteX3" fmla="*/ 1312334 w 1312335"/>
              <a:gd name="connsiteY3" fmla="*/ 3293684 h 4372608"/>
              <a:gd name="connsiteX4" fmla="*/ 233409 w 1312335"/>
              <a:gd name="connsiteY4" fmla="*/ 4372608 h 4372608"/>
              <a:gd name="connsiteX5" fmla="*/ 233410 w 1312335"/>
              <a:gd name="connsiteY5" fmla="*/ 4372607 h 4372608"/>
              <a:gd name="connsiteX6" fmla="*/ 15969 w 1312335"/>
              <a:gd name="connsiteY6" fmla="*/ 4350687 h 437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2335" h="4372608">
                <a:moveTo>
                  <a:pt x="0" y="4345730"/>
                </a:moveTo>
                <a:lnTo>
                  <a:pt x="0" y="0"/>
                </a:lnTo>
                <a:lnTo>
                  <a:pt x="1312335" y="0"/>
                </a:lnTo>
                <a:lnTo>
                  <a:pt x="1312334" y="3293684"/>
                </a:lnTo>
                <a:cubicBezTo>
                  <a:pt x="1312334" y="3889557"/>
                  <a:pt x="829283" y="4372608"/>
                  <a:pt x="233409" y="4372608"/>
                </a:cubicBezTo>
                <a:lnTo>
                  <a:pt x="233410" y="4372607"/>
                </a:lnTo>
                <a:cubicBezTo>
                  <a:pt x="158926" y="4372607"/>
                  <a:pt x="86204" y="4365059"/>
                  <a:pt x="15969" y="4350687"/>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59D905E1-DD26-B51A-8140-2DF28080849B}"/>
              </a:ext>
            </a:extLst>
          </p:cNvPr>
          <p:cNvSpPr/>
          <p:nvPr userDrawn="1"/>
        </p:nvSpPr>
        <p:spPr>
          <a:xfrm rot="5400000">
            <a:off x="9590019" y="-1557294"/>
            <a:ext cx="1170671" cy="4203978"/>
          </a:xfrm>
          <a:custGeom>
            <a:avLst/>
            <a:gdLst>
              <a:gd name="connsiteX0" fmla="*/ 0 w 1170671"/>
              <a:gd name="connsiteY0" fmla="*/ 4171116 h 4203978"/>
              <a:gd name="connsiteX1" fmla="*/ 0 w 1170671"/>
              <a:gd name="connsiteY1" fmla="*/ 0 h 4203978"/>
              <a:gd name="connsiteX2" fmla="*/ 1170671 w 1170671"/>
              <a:gd name="connsiteY2" fmla="*/ 0 h 4203978"/>
              <a:gd name="connsiteX3" fmla="*/ 1170670 w 1170671"/>
              <a:gd name="connsiteY3" fmla="*/ 3266718 h 4203978"/>
              <a:gd name="connsiteX4" fmla="*/ 233410 w 1170671"/>
              <a:gd name="connsiteY4" fmla="*/ 4203978 h 4203978"/>
              <a:gd name="connsiteX5" fmla="*/ 233411 w 1170671"/>
              <a:gd name="connsiteY5" fmla="*/ 4203977 h 4203978"/>
              <a:gd name="connsiteX6" fmla="*/ 44521 w 1170671"/>
              <a:gd name="connsiteY6" fmla="*/ 4184935 h 4203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0671" h="4203978">
                <a:moveTo>
                  <a:pt x="0" y="4171116"/>
                </a:moveTo>
                <a:lnTo>
                  <a:pt x="0" y="0"/>
                </a:lnTo>
                <a:lnTo>
                  <a:pt x="1170671" y="0"/>
                </a:lnTo>
                <a:lnTo>
                  <a:pt x="1170670" y="3266718"/>
                </a:lnTo>
                <a:cubicBezTo>
                  <a:pt x="1170670" y="3784352"/>
                  <a:pt x="751044" y="4203978"/>
                  <a:pt x="233410" y="4203978"/>
                </a:cubicBezTo>
                <a:lnTo>
                  <a:pt x="233411" y="4203977"/>
                </a:lnTo>
                <a:cubicBezTo>
                  <a:pt x="168707" y="4203977"/>
                  <a:pt x="105534" y="4197420"/>
                  <a:pt x="44521" y="4184935"/>
                </a:cubicBez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7B966588-24CA-0EF2-37F4-14AC72EB1306}"/>
              </a:ext>
            </a:extLst>
          </p:cNvPr>
          <p:cNvSpPr/>
          <p:nvPr userDrawn="1"/>
        </p:nvSpPr>
        <p:spPr>
          <a:xfrm rot="5400000">
            <a:off x="9012114" y="165991"/>
            <a:ext cx="2157850" cy="4372608"/>
          </a:xfrm>
          <a:custGeom>
            <a:avLst/>
            <a:gdLst>
              <a:gd name="connsiteX0" fmla="*/ 0 w 2157850"/>
              <a:gd name="connsiteY0" fmla="*/ 3293682 h 4372608"/>
              <a:gd name="connsiteX1" fmla="*/ 0 w 2157850"/>
              <a:gd name="connsiteY1" fmla="*/ 0 h 4372608"/>
              <a:gd name="connsiteX2" fmla="*/ 2157850 w 2157850"/>
              <a:gd name="connsiteY2" fmla="*/ 0 h 4372608"/>
              <a:gd name="connsiteX3" fmla="*/ 2157849 w 2157850"/>
              <a:gd name="connsiteY3" fmla="*/ 3293683 h 4372608"/>
              <a:gd name="connsiteX4" fmla="*/ 1078924 w 2157850"/>
              <a:gd name="connsiteY4" fmla="*/ 4372608 h 4372608"/>
              <a:gd name="connsiteX5" fmla="*/ 1078925 w 2157850"/>
              <a:gd name="connsiteY5" fmla="*/ 4372607 h 4372608"/>
              <a:gd name="connsiteX6" fmla="*/ 0 w 2157850"/>
              <a:gd name="connsiteY6" fmla="*/ 3293682 h 437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7850" h="4372608">
                <a:moveTo>
                  <a:pt x="0" y="3293682"/>
                </a:moveTo>
                <a:lnTo>
                  <a:pt x="0" y="0"/>
                </a:lnTo>
                <a:lnTo>
                  <a:pt x="2157850" y="0"/>
                </a:lnTo>
                <a:lnTo>
                  <a:pt x="2157849" y="3293683"/>
                </a:lnTo>
                <a:cubicBezTo>
                  <a:pt x="2157849" y="3889557"/>
                  <a:pt x="1674798" y="4372608"/>
                  <a:pt x="1078924" y="4372608"/>
                </a:cubicBezTo>
                <a:lnTo>
                  <a:pt x="1078925" y="4372607"/>
                </a:lnTo>
                <a:cubicBezTo>
                  <a:pt x="483051" y="4372607"/>
                  <a:pt x="0" y="3889556"/>
                  <a:pt x="0" y="329368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F04C538B-EF4C-760B-09A7-8C0A6F456BEA}"/>
              </a:ext>
            </a:extLst>
          </p:cNvPr>
          <p:cNvSpPr/>
          <p:nvPr userDrawn="1"/>
        </p:nvSpPr>
        <p:spPr>
          <a:xfrm rot="5400000">
            <a:off x="9245715" y="257928"/>
            <a:ext cx="1874520" cy="4188737"/>
          </a:xfrm>
          <a:custGeom>
            <a:avLst/>
            <a:gdLst>
              <a:gd name="connsiteX0" fmla="*/ 0 w 1874520"/>
              <a:gd name="connsiteY0" fmla="*/ 3251476 h 4188737"/>
              <a:gd name="connsiteX1" fmla="*/ 0 w 1874520"/>
              <a:gd name="connsiteY1" fmla="*/ 0 h 4188737"/>
              <a:gd name="connsiteX2" fmla="*/ 1874520 w 1874520"/>
              <a:gd name="connsiteY2" fmla="*/ 0 h 4188737"/>
              <a:gd name="connsiteX3" fmla="*/ 1874519 w 1874520"/>
              <a:gd name="connsiteY3" fmla="*/ 3251478 h 4188737"/>
              <a:gd name="connsiteX4" fmla="*/ 937259 w 1874520"/>
              <a:gd name="connsiteY4" fmla="*/ 4188737 h 4188737"/>
              <a:gd name="connsiteX5" fmla="*/ 937260 w 1874520"/>
              <a:gd name="connsiteY5" fmla="*/ 4188736 h 4188737"/>
              <a:gd name="connsiteX6" fmla="*/ 0 w 1874520"/>
              <a:gd name="connsiteY6" fmla="*/ 3251476 h 418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520" h="4188737">
                <a:moveTo>
                  <a:pt x="0" y="3251476"/>
                </a:moveTo>
                <a:lnTo>
                  <a:pt x="0" y="0"/>
                </a:lnTo>
                <a:lnTo>
                  <a:pt x="1874520" y="0"/>
                </a:lnTo>
                <a:lnTo>
                  <a:pt x="1874519" y="3251478"/>
                </a:lnTo>
                <a:cubicBezTo>
                  <a:pt x="1874519" y="3769112"/>
                  <a:pt x="1454893" y="4188737"/>
                  <a:pt x="937259" y="4188737"/>
                </a:cubicBezTo>
                <a:lnTo>
                  <a:pt x="937260" y="4188736"/>
                </a:lnTo>
                <a:cubicBezTo>
                  <a:pt x="419626" y="4188736"/>
                  <a:pt x="0" y="3769110"/>
                  <a:pt x="0" y="3251476"/>
                </a:cubicBez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CE95796-8135-4C87-0115-AD68ACF7C0D8}"/>
              </a:ext>
            </a:extLst>
          </p:cNvPr>
          <p:cNvSpPr/>
          <p:nvPr userDrawn="1"/>
        </p:nvSpPr>
        <p:spPr>
          <a:xfrm rot="5400000">
            <a:off x="9012115" y="2325516"/>
            <a:ext cx="2157850" cy="4372607"/>
          </a:xfrm>
          <a:custGeom>
            <a:avLst/>
            <a:gdLst>
              <a:gd name="connsiteX0" fmla="*/ 0 w 2157850"/>
              <a:gd name="connsiteY0" fmla="*/ 3293681 h 4372607"/>
              <a:gd name="connsiteX1" fmla="*/ 0 w 2157850"/>
              <a:gd name="connsiteY1" fmla="*/ 0 h 4372607"/>
              <a:gd name="connsiteX2" fmla="*/ 2157850 w 2157850"/>
              <a:gd name="connsiteY2" fmla="*/ 0 h 4372607"/>
              <a:gd name="connsiteX3" fmla="*/ 2157849 w 2157850"/>
              <a:gd name="connsiteY3" fmla="*/ 3293682 h 4372607"/>
              <a:gd name="connsiteX4" fmla="*/ 1078924 w 2157850"/>
              <a:gd name="connsiteY4" fmla="*/ 4372607 h 4372607"/>
              <a:gd name="connsiteX5" fmla="*/ 1078925 w 2157850"/>
              <a:gd name="connsiteY5" fmla="*/ 4372606 h 4372607"/>
              <a:gd name="connsiteX6" fmla="*/ 0 w 2157850"/>
              <a:gd name="connsiteY6" fmla="*/ 3293681 h 437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7850" h="4372607">
                <a:moveTo>
                  <a:pt x="0" y="3293681"/>
                </a:moveTo>
                <a:lnTo>
                  <a:pt x="0" y="0"/>
                </a:lnTo>
                <a:lnTo>
                  <a:pt x="2157850" y="0"/>
                </a:lnTo>
                <a:lnTo>
                  <a:pt x="2157849" y="3293682"/>
                </a:lnTo>
                <a:cubicBezTo>
                  <a:pt x="2157849" y="3889556"/>
                  <a:pt x="1674798" y="4372607"/>
                  <a:pt x="1078924" y="4372607"/>
                </a:cubicBezTo>
                <a:lnTo>
                  <a:pt x="1078925" y="4372606"/>
                </a:lnTo>
                <a:cubicBezTo>
                  <a:pt x="483051" y="4372606"/>
                  <a:pt x="0" y="3889555"/>
                  <a:pt x="0" y="329368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CCBEB880-D0F0-4109-B930-8923AB0C9645}"/>
              </a:ext>
            </a:extLst>
          </p:cNvPr>
          <p:cNvSpPr/>
          <p:nvPr userDrawn="1"/>
        </p:nvSpPr>
        <p:spPr>
          <a:xfrm rot="5400000">
            <a:off x="9245715" y="2417452"/>
            <a:ext cx="1874520" cy="4188736"/>
          </a:xfrm>
          <a:custGeom>
            <a:avLst/>
            <a:gdLst>
              <a:gd name="connsiteX0" fmla="*/ 0 w 1874520"/>
              <a:gd name="connsiteY0" fmla="*/ 3251476 h 4188736"/>
              <a:gd name="connsiteX1" fmla="*/ 0 w 1874520"/>
              <a:gd name="connsiteY1" fmla="*/ 0 h 4188736"/>
              <a:gd name="connsiteX2" fmla="*/ 1874520 w 1874520"/>
              <a:gd name="connsiteY2" fmla="*/ 0 h 4188736"/>
              <a:gd name="connsiteX3" fmla="*/ 1874519 w 1874520"/>
              <a:gd name="connsiteY3" fmla="*/ 3251476 h 4188736"/>
              <a:gd name="connsiteX4" fmla="*/ 937259 w 1874520"/>
              <a:gd name="connsiteY4" fmla="*/ 4188736 h 4188736"/>
              <a:gd name="connsiteX5" fmla="*/ 937260 w 1874520"/>
              <a:gd name="connsiteY5" fmla="*/ 4188735 h 4188736"/>
              <a:gd name="connsiteX6" fmla="*/ 0 w 1874520"/>
              <a:gd name="connsiteY6" fmla="*/ 3251476 h 418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520" h="4188736">
                <a:moveTo>
                  <a:pt x="0" y="3251476"/>
                </a:moveTo>
                <a:lnTo>
                  <a:pt x="0" y="0"/>
                </a:lnTo>
                <a:lnTo>
                  <a:pt x="1874520" y="0"/>
                </a:lnTo>
                <a:lnTo>
                  <a:pt x="1874519" y="3251476"/>
                </a:lnTo>
                <a:cubicBezTo>
                  <a:pt x="1874519" y="3769110"/>
                  <a:pt x="1454893" y="4188736"/>
                  <a:pt x="937259" y="4188736"/>
                </a:cubicBezTo>
                <a:lnTo>
                  <a:pt x="937260" y="4188735"/>
                </a:lnTo>
                <a:cubicBezTo>
                  <a:pt x="419626" y="4188735"/>
                  <a:pt x="0" y="3769110"/>
                  <a:pt x="0" y="3251476"/>
                </a:cubicBez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190E4F1C-1E7D-5E23-95B6-B6F0E0E833C6}"/>
              </a:ext>
            </a:extLst>
          </p:cNvPr>
          <p:cNvSpPr/>
          <p:nvPr userDrawn="1"/>
        </p:nvSpPr>
        <p:spPr>
          <a:xfrm rot="5400000">
            <a:off x="9438566" y="4058828"/>
            <a:ext cx="1304948" cy="4372607"/>
          </a:xfrm>
          <a:custGeom>
            <a:avLst/>
            <a:gdLst>
              <a:gd name="connsiteX0" fmla="*/ 0 w 1304948"/>
              <a:gd name="connsiteY0" fmla="*/ 3293681 h 4372607"/>
              <a:gd name="connsiteX1" fmla="*/ 0 w 1304948"/>
              <a:gd name="connsiteY1" fmla="*/ 0 h 4372607"/>
              <a:gd name="connsiteX2" fmla="*/ 1304948 w 1304948"/>
              <a:gd name="connsiteY2" fmla="*/ 0 h 4372607"/>
              <a:gd name="connsiteX3" fmla="*/ 1304948 w 1304948"/>
              <a:gd name="connsiteY3" fmla="*/ 4348023 h 4372607"/>
              <a:gd name="connsiteX4" fmla="*/ 1296365 w 1304948"/>
              <a:gd name="connsiteY4" fmla="*/ 4350687 h 4372607"/>
              <a:gd name="connsiteX5" fmla="*/ 1078924 w 1304948"/>
              <a:gd name="connsiteY5" fmla="*/ 4372607 h 4372607"/>
              <a:gd name="connsiteX6" fmla="*/ 1078925 w 1304948"/>
              <a:gd name="connsiteY6" fmla="*/ 4372606 h 4372607"/>
              <a:gd name="connsiteX7" fmla="*/ 0 w 1304948"/>
              <a:gd name="connsiteY7" fmla="*/ 3293681 h 437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4948" h="4372607">
                <a:moveTo>
                  <a:pt x="0" y="3293681"/>
                </a:moveTo>
                <a:lnTo>
                  <a:pt x="0" y="0"/>
                </a:lnTo>
                <a:lnTo>
                  <a:pt x="1304948" y="0"/>
                </a:lnTo>
                <a:lnTo>
                  <a:pt x="1304948" y="4348023"/>
                </a:lnTo>
                <a:lnTo>
                  <a:pt x="1296365" y="4350687"/>
                </a:lnTo>
                <a:cubicBezTo>
                  <a:pt x="1226130" y="4365059"/>
                  <a:pt x="1153409" y="4372607"/>
                  <a:pt x="1078924" y="4372607"/>
                </a:cubicBezTo>
                <a:lnTo>
                  <a:pt x="1078925" y="4372606"/>
                </a:lnTo>
                <a:cubicBezTo>
                  <a:pt x="483051" y="4372606"/>
                  <a:pt x="0" y="3889555"/>
                  <a:pt x="0" y="329368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CB94BDFD-7EA4-0673-E1B4-E20807210502}"/>
              </a:ext>
            </a:extLst>
          </p:cNvPr>
          <p:cNvSpPr/>
          <p:nvPr userDrawn="1"/>
        </p:nvSpPr>
        <p:spPr>
          <a:xfrm rot="5400000">
            <a:off x="9601334" y="4221596"/>
            <a:ext cx="1163283" cy="4188736"/>
          </a:xfrm>
          <a:custGeom>
            <a:avLst/>
            <a:gdLst>
              <a:gd name="connsiteX0" fmla="*/ 0 w 1163283"/>
              <a:gd name="connsiteY0" fmla="*/ 3251476 h 4188736"/>
              <a:gd name="connsiteX1" fmla="*/ 0 w 1163283"/>
              <a:gd name="connsiteY1" fmla="*/ 0 h 4188736"/>
              <a:gd name="connsiteX2" fmla="*/ 1163283 w 1163283"/>
              <a:gd name="connsiteY2" fmla="*/ 0 h 4188736"/>
              <a:gd name="connsiteX3" fmla="*/ 1163283 w 1163283"/>
              <a:gd name="connsiteY3" fmla="*/ 4158168 h 4188736"/>
              <a:gd name="connsiteX4" fmla="*/ 1126150 w 1163283"/>
              <a:gd name="connsiteY4" fmla="*/ 4169694 h 4188736"/>
              <a:gd name="connsiteX5" fmla="*/ 937259 w 1163283"/>
              <a:gd name="connsiteY5" fmla="*/ 4188736 h 4188736"/>
              <a:gd name="connsiteX6" fmla="*/ 937260 w 1163283"/>
              <a:gd name="connsiteY6" fmla="*/ 4188735 h 4188736"/>
              <a:gd name="connsiteX7" fmla="*/ 0 w 1163283"/>
              <a:gd name="connsiteY7" fmla="*/ 3251476 h 418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3283" h="4188736">
                <a:moveTo>
                  <a:pt x="0" y="3251476"/>
                </a:moveTo>
                <a:lnTo>
                  <a:pt x="0" y="0"/>
                </a:lnTo>
                <a:lnTo>
                  <a:pt x="1163283" y="0"/>
                </a:lnTo>
                <a:lnTo>
                  <a:pt x="1163283" y="4158168"/>
                </a:lnTo>
                <a:lnTo>
                  <a:pt x="1126150" y="4169694"/>
                </a:lnTo>
                <a:cubicBezTo>
                  <a:pt x="1065136" y="4182180"/>
                  <a:pt x="1001964" y="4188736"/>
                  <a:pt x="937259" y="4188736"/>
                </a:cubicBezTo>
                <a:lnTo>
                  <a:pt x="937260" y="4188735"/>
                </a:lnTo>
                <a:cubicBezTo>
                  <a:pt x="419626" y="4188735"/>
                  <a:pt x="0" y="3769110"/>
                  <a:pt x="0" y="3251476"/>
                </a:cubicBez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8B75F4CF-DC43-BF88-A4AB-76AC7171D62A}"/>
              </a:ext>
            </a:extLst>
          </p:cNvPr>
          <p:cNvGrpSpPr/>
          <p:nvPr userDrawn="1"/>
        </p:nvGrpSpPr>
        <p:grpSpPr>
          <a:xfrm>
            <a:off x="6132575" y="1705337"/>
            <a:ext cx="3494544" cy="3494544"/>
            <a:chOff x="6132575" y="1705337"/>
            <a:chExt cx="3494544" cy="3494544"/>
          </a:xfrm>
        </p:grpSpPr>
        <p:sp>
          <p:nvSpPr>
            <p:cNvPr id="17" name="Oval 16">
              <a:extLst>
                <a:ext uri="{FF2B5EF4-FFF2-40B4-BE49-F238E27FC236}">
                  <a16:creationId xmlns:a16="http://schemas.microsoft.com/office/drawing/2014/main" id="{7786FFFE-5A89-4D14-F5F8-16FD636A0EC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20DEB5F-39A6-1FCF-86AA-08D5559AB102}"/>
                </a:ext>
              </a:extLst>
            </p:cNvPr>
            <p:cNvSpPr/>
            <p:nvPr userDrawn="1"/>
          </p:nvSpPr>
          <p:spPr>
            <a:xfrm>
              <a:off x="6334511" y="1907273"/>
              <a:ext cx="3090672" cy="3090672"/>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9">
            <a:extLst>
              <a:ext uri="{FF2B5EF4-FFF2-40B4-BE49-F238E27FC236}">
                <a16:creationId xmlns:a16="http://schemas.microsoft.com/office/drawing/2014/main" id="{F758A95E-8882-B1A2-0A8D-7F34A35AAF65}"/>
              </a:ext>
            </a:extLst>
          </p:cNvPr>
          <p:cNvSpPr>
            <a:spLocks noGrp="1"/>
          </p:cNvSpPr>
          <p:nvPr userDrawn="1">
            <p:ph type="title"/>
          </p:nvPr>
        </p:nvSpPr>
        <p:spPr>
          <a:xfrm>
            <a:off x="484632" y="539494"/>
            <a:ext cx="5647943" cy="2157849"/>
          </a:xfrm>
        </p:spPr>
        <p:txBody>
          <a:bodyPr anchor="t"/>
          <a:lstStyle>
            <a:lvl1pPr algn="l">
              <a:defRPr sz="3600"/>
            </a:lvl1pPr>
          </a:lstStyle>
          <a:p>
            <a:r>
              <a:rPr lang="en-US"/>
              <a:t>Click to edit Master title style</a:t>
            </a:r>
            <a:endParaRPr lang="en-US" dirty="0"/>
          </a:p>
        </p:txBody>
      </p:sp>
      <p:sp>
        <p:nvSpPr>
          <p:cNvPr id="3" name="Content Placeholder 3">
            <a:extLst>
              <a:ext uri="{FF2B5EF4-FFF2-40B4-BE49-F238E27FC236}">
                <a16:creationId xmlns:a16="http://schemas.microsoft.com/office/drawing/2014/main" id="{0EE226B7-1450-52A1-D0F2-90B821F8913B}"/>
              </a:ext>
            </a:extLst>
          </p:cNvPr>
          <p:cNvSpPr>
            <a:spLocks noGrp="1"/>
          </p:cNvSpPr>
          <p:nvPr userDrawn="1">
            <p:ph sz="half" idx="2"/>
          </p:nvPr>
        </p:nvSpPr>
        <p:spPr>
          <a:xfrm>
            <a:off x="484632" y="2964180"/>
            <a:ext cx="5647943" cy="3181196"/>
          </a:xfrm>
        </p:spPr>
        <p:txBody>
          <a:bodyPr>
            <a:normAutofit/>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0743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01">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7DAFD34-8B3E-5999-6911-7AF71ADD2545}"/>
              </a:ext>
            </a:extLst>
          </p:cNvPr>
          <p:cNvSpPr/>
          <p:nvPr userDrawn="1"/>
        </p:nvSpPr>
        <p:spPr>
          <a:xfrm>
            <a:off x="1" y="0"/>
            <a:ext cx="6102349" cy="6858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53C8BA8-2082-EEAD-7670-E3C6FB475885}"/>
              </a:ext>
            </a:extLst>
          </p:cNvPr>
          <p:cNvSpPr/>
          <p:nvPr userDrawn="1"/>
        </p:nvSpPr>
        <p:spPr>
          <a:xfrm>
            <a:off x="355751" y="357199"/>
            <a:ext cx="5387912" cy="61421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FD5EC2-0037-064B-0676-7354391A90B4}"/>
              </a:ext>
            </a:extLst>
          </p:cNvPr>
          <p:cNvSpPr>
            <a:spLocks noGrp="1"/>
          </p:cNvSpPr>
          <p:nvPr>
            <p:ph type="title"/>
          </p:nvPr>
        </p:nvSpPr>
        <p:spPr>
          <a:xfrm>
            <a:off x="355751" y="717550"/>
            <a:ext cx="5387912" cy="3432198"/>
          </a:xfrm>
        </p:spPr>
        <p:txBody>
          <a:bodyPr anchor="ct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EBAFF85-BA63-AEEF-8DF0-E072A51970BC}"/>
              </a:ext>
            </a:extLst>
          </p:cNvPr>
          <p:cNvSpPr>
            <a:spLocks noGrp="1"/>
          </p:cNvSpPr>
          <p:nvPr>
            <p:ph type="body" idx="1"/>
          </p:nvPr>
        </p:nvSpPr>
        <p:spPr>
          <a:xfrm>
            <a:off x="979616" y="4356100"/>
            <a:ext cx="4140182" cy="1781198"/>
          </a:xfrm>
          <a:noFill/>
        </p:spPr>
        <p:txBody>
          <a:bodyPr anchor="t">
            <a:normAutofit/>
          </a:bodyPr>
          <a:lstStyle>
            <a:lvl1pPr marL="0" indent="0" algn="ctr">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Picture Placeholder 4">
            <a:extLst>
              <a:ext uri="{FF2B5EF4-FFF2-40B4-BE49-F238E27FC236}">
                <a16:creationId xmlns:a16="http://schemas.microsoft.com/office/drawing/2014/main" id="{C5426760-3515-EC04-29AA-1F4EB27EBC2A}"/>
              </a:ext>
            </a:extLst>
          </p:cNvPr>
          <p:cNvSpPr>
            <a:spLocks noGrp="1"/>
          </p:cNvSpPr>
          <p:nvPr>
            <p:ph type="pic" sz="quarter" idx="11"/>
          </p:nvPr>
        </p:nvSpPr>
        <p:spPr>
          <a:xfrm>
            <a:off x="6102350" y="0"/>
            <a:ext cx="6089649" cy="6858000"/>
          </a:xfrm>
        </p:spPr>
        <p:txBody>
          <a:bodyPr/>
          <a:lstStyle>
            <a:lvl1pPr marL="0" indent="0">
              <a:buNone/>
              <a:defRPr/>
            </a:lvl1pPr>
          </a:lstStyle>
          <a:p>
            <a:endParaRPr lang="en-US"/>
          </a:p>
        </p:txBody>
      </p:sp>
    </p:spTree>
    <p:extLst>
      <p:ext uri="{BB962C8B-B14F-4D97-AF65-F5344CB8AC3E}">
        <p14:creationId xmlns:p14="http://schemas.microsoft.com/office/powerpoint/2010/main" val="3186015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02">
    <p:bg>
      <p:bgPr>
        <a:solidFill>
          <a:schemeClr val="accent1"/>
        </a:solidFill>
        <a:effectLst/>
      </p:bgPr>
    </p:bg>
    <p:spTree>
      <p:nvGrpSpPr>
        <p:cNvPr id="1" name=""/>
        <p:cNvGrpSpPr/>
        <p:nvPr/>
      </p:nvGrpSpPr>
      <p:grpSpPr>
        <a:xfrm>
          <a:off x="0" y="0"/>
          <a:ext cx="0" cy="0"/>
          <a:chOff x="0" y="0"/>
          <a:chExt cx="0" cy="0"/>
        </a:xfrm>
      </p:grpSpPr>
      <p:pic>
        <p:nvPicPr>
          <p:cNvPr id="4" name="Online Image Placeholder 34" descr="Close-up of flamingo feathers">
            <a:extLst>
              <a:ext uri="{FF2B5EF4-FFF2-40B4-BE49-F238E27FC236}">
                <a16:creationId xmlns:a16="http://schemas.microsoft.com/office/drawing/2014/main" id="{A1B57CAB-4F00-153C-58D0-072C8CCFFCB0}"/>
              </a:ext>
            </a:extLst>
          </p:cNvPr>
          <p:cNvPicPr>
            <a:picLocks noChangeAspect="1"/>
          </p:cNvPicPr>
          <p:nvPr userDrawn="1"/>
        </p:nvPicPr>
        <p:blipFill>
          <a:blip r:embed="rId2">
            <a:alphaModFix amt="55000"/>
          </a:blip>
          <a:stretch>
            <a:fillRect/>
          </a:stretch>
        </p:blipFill>
        <p:spPr>
          <a:xfrm>
            <a:off x="0" y="-1"/>
            <a:ext cx="12192000" cy="6858001"/>
          </a:xfrm>
          <a:prstGeom prst="rect">
            <a:avLst/>
          </a:prstGeom>
        </p:spPr>
      </p:pic>
      <p:sp>
        <p:nvSpPr>
          <p:cNvPr id="5" name="Rectangle 4">
            <a:extLst>
              <a:ext uri="{FF2B5EF4-FFF2-40B4-BE49-F238E27FC236}">
                <a16:creationId xmlns:a16="http://schemas.microsoft.com/office/drawing/2014/main" id="{B6D4A631-0C9D-1751-49E2-ED23EE2FD54C}"/>
              </a:ext>
            </a:extLst>
          </p:cNvPr>
          <p:cNvSpPr/>
          <p:nvPr userDrawn="1"/>
        </p:nvSpPr>
        <p:spPr>
          <a:xfrm>
            <a:off x="1434154" y="5224465"/>
            <a:ext cx="9323693" cy="64846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7DAFD34-8B3E-5999-6911-7AF71ADD2545}"/>
              </a:ext>
            </a:extLst>
          </p:cNvPr>
          <p:cNvSpPr/>
          <p:nvPr userDrawn="1"/>
        </p:nvSpPr>
        <p:spPr>
          <a:xfrm>
            <a:off x="1434154" y="1141401"/>
            <a:ext cx="9323693" cy="3687417"/>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8390130-2A06-F9EE-2060-953B27394103}"/>
              </a:ext>
            </a:extLst>
          </p:cNvPr>
          <p:cNvCxnSpPr>
            <a:cxnSpLocks/>
          </p:cNvCxnSpPr>
          <p:nvPr userDrawn="1"/>
        </p:nvCxnSpPr>
        <p:spPr>
          <a:xfrm>
            <a:off x="1789176" y="5562197"/>
            <a:ext cx="86136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53C8BA8-2082-EEAD-7670-E3C6FB475885}"/>
              </a:ext>
            </a:extLst>
          </p:cNvPr>
          <p:cNvSpPr/>
          <p:nvPr userDrawn="1"/>
        </p:nvSpPr>
        <p:spPr>
          <a:xfrm>
            <a:off x="1789904" y="1498600"/>
            <a:ext cx="8612192" cy="297301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FD5EC2-0037-064B-0676-7354391A90B4}"/>
              </a:ext>
            </a:extLst>
          </p:cNvPr>
          <p:cNvSpPr>
            <a:spLocks noGrp="1"/>
          </p:cNvSpPr>
          <p:nvPr>
            <p:ph type="title"/>
          </p:nvPr>
        </p:nvSpPr>
        <p:spPr>
          <a:xfrm>
            <a:off x="2077212" y="1766421"/>
            <a:ext cx="8037576" cy="2433046"/>
          </a:xfrm>
        </p:spPr>
        <p:txBody>
          <a:bodyPr anchor="ct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EBAFF85-BA63-AEEF-8DF0-E072A51970BC}"/>
              </a:ext>
            </a:extLst>
          </p:cNvPr>
          <p:cNvSpPr>
            <a:spLocks noGrp="1"/>
          </p:cNvSpPr>
          <p:nvPr>
            <p:ph type="body" idx="1"/>
          </p:nvPr>
        </p:nvSpPr>
        <p:spPr>
          <a:xfrm>
            <a:off x="2625344" y="5294376"/>
            <a:ext cx="6941313" cy="521208"/>
          </a:xfrm>
          <a:solidFill>
            <a:schemeClr val="accent4"/>
          </a:solidFill>
        </p:spPr>
        <p:txBody>
          <a:bodyPr anchor="ctr"/>
          <a:lstStyle>
            <a:lvl1pPr marL="0" indent="0" algn="ctr">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17388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sp>
        <p:nvSpPr>
          <p:cNvPr id="7" name="Title 9">
            <a:extLst>
              <a:ext uri="{FF2B5EF4-FFF2-40B4-BE49-F238E27FC236}">
                <a16:creationId xmlns:a16="http://schemas.microsoft.com/office/drawing/2014/main" id="{F884772E-D40F-9CFA-F6FE-511BE1486045}"/>
              </a:ext>
            </a:extLst>
          </p:cNvPr>
          <p:cNvSpPr>
            <a:spLocks noGrp="1"/>
          </p:cNvSpPr>
          <p:nvPr>
            <p:ph type="title"/>
          </p:nvPr>
        </p:nvSpPr>
        <p:spPr>
          <a:xfrm>
            <a:off x="484632" y="539494"/>
            <a:ext cx="6347968" cy="2165606"/>
          </a:xfrm>
        </p:spPr>
        <p:txBody>
          <a:bodyPr anchor="t"/>
          <a:lstStyle>
            <a:lvl1pPr algn="l">
              <a:defRPr sz="3600"/>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D0AE591E-6385-A4C3-C827-5EDF6623CA90}"/>
              </a:ext>
            </a:extLst>
          </p:cNvPr>
          <p:cNvSpPr>
            <a:spLocks noGrp="1"/>
          </p:cNvSpPr>
          <p:nvPr>
            <p:ph sz="half" idx="2"/>
          </p:nvPr>
        </p:nvSpPr>
        <p:spPr>
          <a:xfrm>
            <a:off x="484632" y="2884714"/>
            <a:ext cx="6347967" cy="2891246"/>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Rectangle: Rounded Corners 22">
            <a:extLst>
              <a:ext uri="{FF2B5EF4-FFF2-40B4-BE49-F238E27FC236}">
                <a16:creationId xmlns:a16="http://schemas.microsoft.com/office/drawing/2014/main" id="{DE059605-FAEB-7A32-6A4B-5B6AF9804C93}"/>
              </a:ext>
            </a:extLst>
          </p:cNvPr>
          <p:cNvSpPr/>
          <p:nvPr userDrawn="1"/>
        </p:nvSpPr>
        <p:spPr>
          <a:xfrm>
            <a:off x="431292" y="6176964"/>
            <a:ext cx="11329416" cy="338328"/>
          </a:xfrm>
          <a:prstGeom prst="roundRect">
            <a:avLst>
              <a:gd name="adj" fmla="val 50000"/>
            </a:avLst>
          </a:prstGeom>
          <a:solidFill>
            <a:schemeClr val="accent1"/>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38" name="Footer Placeholder 4">
            <a:extLst>
              <a:ext uri="{FF2B5EF4-FFF2-40B4-BE49-F238E27FC236}">
                <a16:creationId xmlns:a16="http://schemas.microsoft.com/office/drawing/2014/main" id="{4E7E40A4-D9E9-D565-00C7-4E54CCFD2FA5}"/>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37" name="Slide Number Placeholder 5">
            <a:extLst>
              <a:ext uri="{FF2B5EF4-FFF2-40B4-BE49-F238E27FC236}">
                <a16:creationId xmlns:a16="http://schemas.microsoft.com/office/drawing/2014/main" id="{131E91C5-5390-1792-6072-7CD301DAE50A}"/>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36" name="Date Placeholder 3">
            <a:extLst>
              <a:ext uri="{FF2B5EF4-FFF2-40B4-BE49-F238E27FC236}">
                <a16:creationId xmlns:a16="http://schemas.microsoft.com/office/drawing/2014/main" id="{3A0B5CF5-883E-297C-22B2-50EB5E77FEFA}"/>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5" name="Freeform: Shape 4">
            <a:extLst>
              <a:ext uri="{FF2B5EF4-FFF2-40B4-BE49-F238E27FC236}">
                <a16:creationId xmlns:a16="http://schemas.microsoft.com/office/drawing/2014/main" id="{EE31C862-A50D-F361-F967-AEBEAF3D6F73}"/>
              </a:ext>
            </a:extLst>
          </p:cNvPr>
          <p:cNvSpPr/>
          <p:nvPr userDrawn="1"/>
        </p:nvSpPr>
        <p:spPr>
          <a:xfrm>
            <a:off x="7389995" y="-100665"/>
            <a:ext cx="2157850" cy="3865309"/>
          </a:xfrm>
          <a:custGeom>
            <a:avLst/>
            <a:gdLst>
              <a:gd name="connsiteX0" fmla="*/ 0 w 2157850"/>
              <a:gd name="connsiteY0" fmla="*/ 0 h 3865309"/>
              <a:gd name="connsiteX1" fmla="*/ 2157850 w 2157850"/>
              <a:gd name="connsiteY1" fmla="*/ 0 h 3865309"/>
              <a:gd name="connsiteX2" fmla="*/ 2157849 w 2157850"/>
              <a:gd name="connsiteY2" fmla="*/ 2786384 h 3865309"/>
              <a:gd name="connsiteX3" fmla="*/ 1078924 w 2157850"/>
              <a:gd name="connsiteY3" fmla="*/ 3865309 h 3865309"/>
              <a:gd name="connsiteX4" fmla="*/ 1078925 w 2157850"/>
              <a:gd name="connsiteY4" fmla="*/ 3865308 h 3865309"/>
              <a:gd name="connsiteX5" fmla="*/ 0 w 2157850"/>
              <a:gd name="connsiteY5" fmla="*/ 2786383 h 386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3865309">
                <a:moveTo>
                  <a:pt x="0" y="0"/>
                </a:moveTo>
                <a:lnTo>
                  <a:pt x="2157850" y="0"/>
                </a:lnTo>
                <a:lnTo>
                  <a:pt x="2157849" y="2786384"/>
                </a:lnTo>
                <a:cubicBezTo>
                  <a:pt x="2157849" y="3382258"/>
                  <a:pt x="1674798" y="3865309"/>
                  <a:pt x="1078924" y="3865309"/>
                </a:cubicBezTo>
                <a:lnTo>
                  <a:pt x="1078925" y="3865308"/>
                </a:lnTo>
                <a:cubicBezTo>
                  <a:pt x="483051" y="3865308"/>
                  <a:pt x="0" y="3382257"/>
                  <a:pt x="0" y="2786383"/>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6951A618-B156-5909-FFBA-FCE7715433BB}"/>
              </a:ext>
            </a:extLst>
          </p:cNvPr>
          <p:cNvSpPr/>
          <p:nvPr userDrawn="1"/>
        </p:nvSpPr>
        <p:spPr>
          <a:xfrm>
            <a:off x="7531661" y="-100665"/>
            <a:ext cx="1874520" cy="3681439"/>
          </a:xfrm>
          <a:custGeom>
            <a:avLst/>
            <a:gdLst>
              <a:gd name="connsiteX0" fmla="*/ 0 w 1874520"/>
              <a:gd name="connsiteY0" fmla="*/ 0 h 3681439"/>
              <a:gd name="connsiteX1" fmla="*/ 1874520 w 1874520"/>
              <a:gd name="connsiteY1" fmla="*/ 0 h 3681439"/>
              <a:gd name="connsiteX2" fmla="*/ 1874519 w 1874520"/>
              <a:gd name="connsiteY2" fmla="*/ 2744179 h 3681439"/>
              <a:gd name="connsiteX3" fmla="*/ 937259 w 1874520"/>
              <a:gd name="connsiteY3" fmla="*/ 3681439 h 3681439"/>
              <a:gd name="connsiteX4" fmla="*/ 937260 w 1874520"/>
              <a:gd name="connsiteY4" fmla="*/ 3681438 h 3681439"/>
              <a:gd name="connsiteX5" fmla="*/ 0 w 1874520"/>
              <a:gd name="connsiteY5" fmla="*/ 2744178 h 368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3681439">
                <a:moveTo>
                  <a:pt x="0" y="0"/>
                </a:moveTo>
                <a:lnTo>
                  <a:pt x="1874520" y="0"/>
                </a:lnTo>
                <a:lnTo>
                  <a:pt x="1874519" y="2744179"/>
                </a:lnTo>
                <a:cubicBezTo>
                  <a:pt x="1874519" y="3261813"/>
                  <a:pt x="1454893" y="3681439"/>
                  <a:pt x="937259" y="3681439"/>
                </a:cubicBezTo>
                <a:lnTo>
                  <a:pt x="937260" y="3681438"/>
                </a:lnTo>
                <a:cubicBezTo>
                  <a:pt x="419626" y="3681438"/>
                  <a:pt x="0" y="3261812"/>
                  <a:pt x="0" y="2744178"/>
                </a:cubicBez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1D005D8A-0870-CF63-98B0-445C601449E7}"/>
              </a:ext>
            </a:extLst>
          </p:cNvPr>
          <p:cNvSpPr/>
          <p:nvPr userDrawn="1"/>
        </p:nvSpPr>
        <p:spPr>
          <a:xfrm>
            <a:off x="9549519" y="-100665"/>
            <a:ext cx="2157850" cy="3865308"/>
          </a:xfrm>
          <a:custGeom>
            <a:avLst/>
            <a:gdLst>
              <a:gd name="connsiteX0" fmla="*/ 0 w 2157850"/>
              <a:gd name="connsiteY0" fmla="*/ 0 h 3865308"/>
              <a:gd name="connsiteX1" fmla="*/ 2157850 w 2157850"/>
              <a:gd name="connsiteY1" fmla="*/ 0 h 3865308"/>
              <a:gd name="connsiteX2" fmla="*/ 2157849 w 2157850"/>
              <a:gd name="connsiteY2" fmla="*/ 2786383 h 3865308"/>
              <a:gd name="connsiteX3" fmla="*/ 1078924 w 2157850"/>
              <a:gd name="connsiteY3" fmla="*/ 3865308 h 3865308"/>
              <a:gd name="connsiteX4" fmla="*/ 1078925 w 2157850"/>
              <a:gd name="connsiteY4" fmla="*/ 3865307 h 3865308"/>
              <a:gd name="connsiteX5" fmla="*/ 0 w 2157850"/>
              <a:gd name="connsiteY5" fmla="*/ 2786382 h 386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3865308">
                <a:moveTo>
                  <a:pt x="0" y="0"/>
                </a:moveTo>
                <a:lnTo>
                  <a:pt x="2157850" y="0"/>
                </a:lnTo>
                <a:lnTo>
                  <a:pt x="2157849" y="2786383"/>
                </a:lnTo>
                <a:cubicBezTo>
                  <a:pt x="2157849" y="3382257"/>
                  <a:pt x="1674798" y="3865308"/>
                  <a:pt x="1078924" y="3865308"/>
                </a:cubicBezTo>
                <a:lnTo>
                  <a:pt x="1078925" y="3865307"/>
                </a:lnTo>
                <a:cubicBezTo>
                  <a:pt x="483051" y="3865307"/>
                  <a:pt x="0" y="3382256"/>
                  <a:pt x="0" y="278638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AD295B51-CE81-445D-5063-9C860CE8D42C}"/>
              </a:ext>
            </a:extLst>
          </p:cNvPr>
          <p:cNvSpPr/>
          <p:nvPr userDrawn="1"/>
        </p:nvSpPr>
        <p:spPr>
          <a:xfrm>
            <a:off x="9691185" y="-100665"/>
            <a:ext cx="1874520" cy="3681438"/>
          </a:xfrm>
          <a:custGeom>
            <a:avLst/>
            <a:gdLst>
              <a:gd name="connsiteX0" fmla="*/ 0 w 1874520"/>
              <a:gd name="connsiteY0" fmla="*/ 0 h 3681438"/>
              <a:gd name="connsiteX1" fmla="*/ 1874520 w 1874520"/>
              <a:gd name="connsiteY1" fmla="*/ 0 h 3681438"/>
              <a:gd name="connsiteX2" fmla="*/ 1874519 w 1874520"/>
              <a:gd name="connsiteY2" fmla="*/ 2744178 h 3681438"/>
              <a:gd name="connsiteX3" fmla="*/ 937259 w 1874520"/>
              <a:gd name="connsiteY3" fmla="*/ 3681438 h 3681438"/>
              <a:gd name="connsiteX4" fmla="*/ 937260 w 1874520"/>
              <a:gd name="connsiteY4" fmla="*/ 3681437 h 3681438"/>
              <a:gd name="connsiteX5" fmla="*/ 0 w 1874520"/>
              <a:gd name="connsiteY5" fmla="*/ 2744177 h 3681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3681438">
                <a:moveTo>
                  <a:pt x="0" y="0"/>
                </a:moveTo>
                <a:lnTo>
                  <a:pt x="1874520" y="0"/>
                </a:lnTo>
                <a:lnTo>
                  <a:pt x="1874519" y="2744178"/>
                </a:lnTo>
                <a:cubicBezTo>
                  <a:pt x="1874519" y="3261812"/>
                  <a:pt x="1454893" y="3681438"/>
                  <a:pt x="937259" y="3681438"/>
                </a:cubicBezTo>
                <a:lnTo>
                  <a:pt x="937260" y="3681437"/>
                </a:lnTo>
                <a:cubicBezTo>
                  <a:pt x="419626" y="3681437"/>
                  <a:pt x="0" y="3261811"/>
                  <a:pt x="0" y="2744177"/>
                </a:cubicBez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Oval 48">
            <a:extLst>
              <a:ext uri="{FF2B5EF4-FFF2-40B4-BE49-F238E27FC236}">
                <a16:creationId xmlns:a16="http://schemas.microsoft.com/office/drawing/2014/main" id="{B8E45536-73D8-D06A-6D35-1CC880972F77}"/>
              </a:ext>
            </a:extLst>
          </p:cNvPr>
          <p:cNvSpPr/>
          <p:nvPr userDrawn="1"/>
        </p:nvSpPr>
        <p:spPr>
          <a:xfrm rot="16200000">
            <a:off x="7821962" y="2042261"/>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5F8964CE-A473-F515-4038-DCAE58E98AD4}"/>
              </a:ext>
            </a:extLst>
          </p:cNvPr>
          <p:cNvSpPr/>
          <p:nvPr userDrawn="1"/>
        </p:nvSpPr>
        <p:spPr>
          <a:xfrm rot="16200000">
            <a:off x="8023898" y="2244197"/>
            <a:ext cx="3090672" cy="3090672"/>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58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03">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7DAFD34-8B3E-5999-6911-7AF71ADD2545}"/>
              </a:ext>
            </a:extLst>
          </p:cNvPr>
          <p:cNvSpPr/>
          <p:nvPr userDrawn="1"/>
        </p:nvSpPr>
        <p:spPr>
          <a:xfrm>
            <a:off x="1" y="0"/>
            <a:ext cx="6102349" cy="6858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53C8BA8-2082-EEAD-7670-E3C6FB475885}"/>
              </a:ext>
            </a:extLst>
          </p:cNvPr>
          <p:cNvSpPr/>
          <p:nvPr userDrawn="1"/>
        </p:nvSpPr>
        <p:spPr>
          <a:xfrm>
            <a:off x="355751" y="357199"/>
            <a:ext cx="5387912" cy="614215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FD5EC2-0037-064B-0676-7354391A90B4}"/>
              </a:ext>
            </a:extLst>
          </p:cNvPr>
          <p:cNvSpPr>
            <a:spLocks noGrp="1"/>
          </p:cNvSpPr>
          <p:nvPr>
            <p:ph type="title"/>
          </p:nvPr>
        </p:nvSpPr>
        <p:spPr>
          <a:xfrm>
            <a:off x="355751" y="1155700"/>
            <a:ext cx="5387912" cy="4546601"/>
          </a:xfrm>
        </p:spPr>
        <p:txBody>
          <a:bodyPr anchor="ctr"/>
          <a:lstStyle>
            <a:lvl1pPr>
              <a:defRPr sz="4400"/>
            </a:lvl1pPr>
          </a:lstStyle>
          <a:p>
            <a:r>
              <a:rPr lang="en-US"/>
              <a:t>Click to edit Master title style</a:t>
            </a:r>
            <a:endParaRPr lang="en-US" dirty="0"/>
          </a:p>
        </p:txBody>
      </p:sp>
      <p:sp>
        <p:nvSpPr>
          <p:cNvPr id="3" name="Picture Placeholder 4">
            <a:extLst>
              <a:ext uri="{FF2B5EF4-FFF2-40B4-BE49-F238E27FC236}">
                <a16:creationId xmlns:a16="http://schemas.microsoft.com/office/drawing/2014/main" id="{03423FED-92A2-EB7B-8F03-0ADE2B87C507}"/>
              </a:ext>
            </a:extLst>
          </p:cNvPr>
          <p:cNvSpPr>
            <a:spLocks noGrp="1"/>
          </p:cNvSpPr>
          <p:nvPr>
            <p:ph type="pic" sz="quarter" idx="11"/>
          </p:nvPr>
        </p:nvSpPr>
        <p:spPr>
          <a:xfrm>
            <a:off x="6102350" y="0"/>
            <a:ext cx="6089649" cy="6858000"/>
          </a:xfrm>
        </p:spPr>
        <p:txBody>
          <a:bodyPr/>
          <a:lstStyle>
            <a:lvl1pPr marL="0" indent="0">
              <a:buNone/>
              <a:defRPr/>
            </a:lvl1pPr>
          </a:lstStyle>
          <a:p>
            <a:endParaRPr lang="en-US"/>
          </a:p>
        </p:txBody>
      </p:sp>
    </p:spTree>
    <p:extLst>
      <p:ext uri="{BB962C8B-B14F-4D97-AF65-F5344CB8AC3E}">
        <p14:creationId xmlns:p14="http://schemas.microsoft.com/office/powerpoint/2010/main" val="202869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0F7DD41-68BA-5ED4-4C63-7E8F329A5506}"/>
              </a:ext>
            </a:extLst>
          </p:cNvPr>
          <p:cNvSpPr>
            <a:spLocks noGrp="1"/>
          </p:cNvSpPr>
          <p:nvPr>
            <p:ph type="title"/>
          </p:nvPr>
        </p:nvSpPr>
        <p:spPr>
          <a:xfrm>
            <a:off x="484632" y="539494"/>
            <a:ext cx="5647944" cy="2165606"/>
          </a:xfrm>
        </p:spPr>
        <p:txBody>
          <a:bodyPr anchor="t"/>
          <a:lstStyle>
            <a:lvl1pPr algn="l">
              <a:defRPr sz="360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F46393B-EA4C-7241-94FA-169F6C1D5B40}"/>
              </a:ext>
            </a:extLst>
          </p:cNvPr>
          <p:cNvSpPr>
            <a:spLocks noGrp="1"/>
          </p:cNvSpPr>
          <p:nvPr>
            <p:ph sz="half" idx="2"/>
          </p:nvPr>
        </p:nvSpPr>
        <p:spPr>
          <a:xfrm>
            <a:off x="484632" y="2884714"/>
            <a:ext cx="5647943" cy="3061164"/>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reeform: Shape 13">
            <a:extLst>
              <a:ext uri="{FF2B5EF4-FFF2-40B4-BE49-F238E27FC236}">
                <a16:creationId xmlns:a16="http://schemas.microsoft.com/office/drawing/2014/main" id="{A6CCDC84-83F6-B856-CA69-D2E450017E1B}"/>
              </a:ext>
            </a:extLst>
          </p:cNvPr>
          <p:cNvSpPr/>
          <p:nvPr userDrawn="1"/>
        </p:nvSpPr>
        <p:spPr>
          <a:xfrm>
            <a:off x="6377951" y="461519"/>
            <a:ext cx="5071099" cy="5715256"/>
          </a:xfrm>
          <a:custGeom>
            <a:avLst/>
            <a:gdLst>
              <a:gd name="connsiteX0" fmla="*/ 1737360 w 3474720"/>
              <a:gd name="connsiteY0" fmla="*/ 0 h 3739650"/>
              <a:gd name="connsiteX1" fmla="*/ 3474720 w 3474720"/>
              <a:gd name="connsiteY1" fmla="*/ 1737360 h 3739650"/>
              <a:gd name="connsiteX2" fmla="*/ 3474720 w 3474720"/>
              <a:gd name="connsiteY2" fmla="*/ 3657600 h 3739650"/>
              <a:gd name="connsiteX3" fmla="*/ 3470577 w 3474720"/>
              <a:gd name="connsiteY3" fmla="*/ 3739650 h 3739650"/>
              <a:gd name="connsiteX4" fmla="*/ 3333186 w 3474720"/>
              <a:gd name="connsiteY4" fmla="*/ 3739650 h 3739650"/>
              <a:gd name="connsiteX5" fmla="*/ 3337560 w 3474720"/>
              <a:gd name="connsiteY5" fmla="*/ 3653028 h 3739650"/>
              <a:gd name="connsiteX6" fmla="*/ 3337560 w 3474720"/>
              <a:gd name="connsiteY6" fmla="*/ 1741932 h 3739650"/>
              <a:gd name="connsiteX7" fmla="*/ 1737360 w 3474720"/>
              <a:gd name="connsiteY7" fmla="*/ 141732 h 3739650"/>
              <a:gd name="connsiteX8" fmla="*/ 137160 w 3474720"/>
              <a:gd name="connsiteY8" fmla="*/ 1741932 h 3739650"/>
              <a:gd name="connsiteX9" fmla="*/ 137160 w 3474720"/>
              <a:gd name="connsiteY9" fmla="*/ 3653028 h 3739650"/>
              <a:gd name="connsiteX10" fmla="*/ 141534 w 3474720"/>
              <a:gd name="connsiteY10" fmla="*/ 3739650 h 3739650"/>
              <a:gd name="connsiteX11" fmla="*/ 4144 w 3474720"/>
              <a:gd name="connsiteY11" fmla="*/ 3739650 h 3739650"/>
              <a:gd name="connsiteX12" fmla="*/ 0 w 3474720"/>
              <a:gd name="connsiteY12" fmla="*/ 3657600 h 3739650"/>
              <a:gd name="connsiteX13" fmla="*/ 0 w 3474720"/>
              <a:gd name="connsiteY13" fmla="*/ 1737360 h 3739650"/>
              <a:gd name="connsiteX14" fmla="*/ 1737360 w 3474720"/>
              <a:gd name="connsiteY14" fmla="*/ 0 h 373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74720" h="3739650">
                <a:moveTo>
                  <a:pt x="1737360" y="0"/>
                </a:moveTo>
                <a:cubicBezTo>
                  <a:pt x="2696877" y="0"/>
                  <a:pt x="3474720" y="777843"/>
                  <a:pt x="3474720" y="1737360"/>
                </a:cubicBezTo>
                <a:lnTo>
                  <a:pt x="3474720" y="3657600"/>
                </a:lnTo>
                <a:lnTo>
                  <a:pt x="3470577" y="3739650"/>
                </a:lnTo>
                <a:lnTo>
                  <a:pt x="3333186" y="3739650"/>
                </a:lnTo>
                <a:lnTo>
                  <a:pt x="3337560" y="3653028"/>
                </a:lnTo>
                <a:lnTo>
                  <a:pt x="3337560" y="1741932"/>
                </a:lnTo>
                <a:cubicBezTo>
                  <a:pt x="3337560" y="858166"/>
                  <a:pt x="2621126" y="141732"/>
                  <a:pt x="1737360" y="141732"/>
                </a:cubicBezTo>
                <a:cubicBezTo>
                  <a:pt x="853594" y="141732"/>
                  <a:pt x="137160" y="858166"/>
                  <a:pt x="137160" y="1741932"/>
                </a:cubicBezTo>
                <a:lnTo>
                  <a:pt x="137160" y="3653028"/>
                </a:lnTo>
                <a:lnTo>
                  <a:pt x="141534" y="3739650"/>
                </a:lnTo>
                <a:lnTo>
                  <a:pt x="4144" y="3739650"/>
                </a:lnTo>
                <a:lnTo>
                  <a:pt x="0" y="3657600"/>
                </a:lnTo>
                <a:lnTo>
                  <a:pt x="0" y="1737360"/>
                </a:lnTo>
                <a:cubicBezTo>
                  <a:pt x="0" y="777843"/>
                  <a:pt x="777843" y="0"/>
                  <a:pt x="1737360"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ooter Placeholder 4">
            <a:extLst>
              <a:ext uri="{FF2B5EF4-FFF2-40B4-BE49-F238E27FC236}">
                <a16:creationId xmlns:a16="http://schemas.microsoft.com/office/drawing/2014/main" id="{C49C84CC-2E83-4E90-02B6-E64026D4CEC3}"/>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20" name="Slide Number Placeholder 5">
            <a:extLst>
              <a:ext uri="{FF2B5EF4-FFF2-40B4-BE49-F238E27FC236}">
                <a16:creationId xmlns:a16="http://schemas.microsoft.com/office/drawing/2014/main" id="{41E4088B-DD79-A278-AF3F-1749486DA1A9}"/>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9" name="Date Placeholder 3">
            <a:extLst>
              <a:ext uri="{FF2B5EF4-FFF2-40B4-BE49-F238E27FC236}">
                <a16:creationId xmlns:a16="http://schemas.microsoft.com/office/drawing/2014/main" id="{8C9F96A2-B778-F360-4A81-BF3137E33E01}"/>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9" name="Rectangle: Rounded Corners 28">
            <a:extLst>
              <a:ext uri="{FF2B5EF4-FFF2-40B4-BE49-F238E27FC236}">
                <a16:creationId xmlns:a16="http://schemas.microsoft.com/office/drawing/2014/main" id="{F7F65244-9AFF-8C9D-7C80-96817E383B8B}"/>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30" name="Rectangle: Rounded Corners 29">
            <a:extLst>
              <a:ext uri="{FF2B5EF4-FFF2-40B4-BE49-F238E27FC236}">
                <a16:creationId xmlns:a16="http://schemas.microsoft.com/office/drawing/2014/main" id="{02796643-62C8-7A51-417A-B69EB15A8748}"/>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6" name="Picture Placeholder 5">
            <a:extLst>
              <a:ext uri="{FF2B5EF4-FFF2-40B4-BE49-F238E27FC236}">
                <a16:creationId xmlns:a16="http://schemas.microsoft.com/office/drawing/2014/main" id="{9BC1AA77-084C-DAB2-FD5B-5D12C52D4C01}"/>
              </a:ext>
            </a:extLst>
          </p:cNvPr>
          <p:cNvSpPr>
            <a:spLocks noGrp="1"/>
          </p:cNvSpPr>
          <p:nvPr>
            <p:ph type="pic" sz="quarter" idx="12"/>
          </p:nvPr>
        </p:nvSpPr>
        <p:spPr>
          <a:xfrm>
            <a:off x="6577709" y="678128"/>
            <a:ext cx="4670749" cy="5498645"/>
          </a:xfrm>
          <a:custGeom>
            <a:avLst/>
            <a:gdLst>
              <a:gd name="connsiteX0" fmla="*/ 2335375 w 4670749"/>
              <a:gd name="connsiteY0" fmla="*/ 0 h 5498649"/>
              <a:gd name="connsiteX1" fmla="*/ 4670749 w 4670749"/>
              <a:gd name="connsiteY1" fmla="*/ 2445564 h 5498649"/>
              <a:gd name="connsiteX2" fmla="*/ 4670749 w 4670749"/>
              <a:gd name="connsiteY2" fmla="*/ 5366266 h 5498649"/>
              <a:gd name="connsiteX3" fmla="*/ 4664366 w 4670749"/>
              <a:gd name="connsiteY3" fmla="*/ 5498649 h 5498649"/>
              <a:gd name="connsiteX4" fmla="*/ 6384 w 4670749"/>
              <a:gd name="connsiteY4" fmla="*/ 5498649 h 5498649"/>
              <a:gd name="connsiteX5" fmla="*/ 0 w 4670749"/>
              <a:gd name="connsiteY5" fmla="*/ 5366266 h 5498649"/>
              <a:gd name="connsiteX6" fmla="*/ 0 w 4670749"/>
              <a:gd name="connsiteY6" fmla="*/ 2445564 h 5498649"/>
              <a:gd name="connsiteX7" fmla="*/ 2335375 w 4670749"/>
              <a:gd name="connsiteY7" fmla="*/ 0 h 549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749" h="5498649">
                <a:moveTo>
                  <a:pt x="2335375" y="0"/>
                </a:moveTo>
                <a:cubicBezTo>
                  <a:pt x="3625166" y="0"/>
                  <a:pt x="4670749" y="1094916"/>
                  <a:pt x="4670749" y="2445564"/>
                </a:cubicBezTo>
                <a:lnTo>
                  <a:pt x="4670749" y="5366266"/>
                </a:lnTo>
                <a:lnTo>
                  <a:pt x="4664366" y="5498649"/>
                </a:lnTo>
                <a:lnTo>
                  <a:pt x="6384" y="5498649"/>
                </a:lnTo>
                <a:lnTo>
                  <a:pt x="0" y="5366266"/>
                </a:lnTo>
                <a:lnTo>
                  <a:pt x="0" y="2445564"/>
                </a:lnTo>
                <a:cubicBezTo>
                  <a:pt x="0" y="1094916"/>
                  <a:pt x="1045583" y="0"/>
                  <a:pt x="2335375" y="0"/>
                </a:cubicBezTo>
                <a:close/>
              </a:path>
            </a:pathLst>
          </a:custGeom>
          <a:solidFill>
            <a:schemeClr val="accent1"/>
          </a:solidFill>
          <a:ln w="12700">
            <a:solidFill>
              <a:schemeClr val="tx1"/>
            </a:solidFill>
          </a:ln>
        </p:spPr>
        <p:txBody>
          <a:bodyPr vert="horz" wrap="square" lIns="91440" tIns="45720" rIns="91440" bIns="45720" rtlCol="0">
            <a:noAutofit/>
          </a:bodyPr>
          <a:lstStyle>
            <a:lvl1pPr marL="0" indent="0" algn="ctr">
              <a:buNone/>
              <a:defRPr lang="en-US" sz="1800" dirty="0"/>
            </a:lvl1pPr>
          </a:lstStyle>
          <a:p>
            <a:pPr marL="228600" lvl="0" indent="-228600"/>
            <a:endParaRPr lang="en-US" dirty="0"/>
          </a:p>
        </p:txBody>
      </p:sp>
    </p:spTree>
    <p:extLst>
      <p:ext uri="{BB962C8B-B14F-4D97-AF65-F5344CB8AC3E}">
        <p14:creationId xmlns:p14="http://schemas.microsoft.com/office/powerpoint/2010/main" val="214065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AA50A4E3-644C-01D8-9092-98F968B4DBF4}"/>
              </a:ext>
            </a:extLst>
          </p:cNvPr>
          <p:cNvSpPr>
            <a:spLocks noGrp="1"/>
          </p:cNvSpPr>
          <p:nvPr>
            <p:ph type="title"/>
          </p:nvPr>
        </p:nvSpPr>
        <p:spPr>
          <a:xfrm>
            <a:off x="448056" y="539496"/>
            <a:ext cx="11295888" cy="1430818"/>
          </a:xfrm>
        </p:spPr>
        <p:txBody>
          <a:bodyPr anchor="t"/>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0E1AAC-83D5-49DF-1D19-3AF780429F8D}"/>
              </a:ext>
            </a:extLst>
          </p:cNvPr>
          <p:cNvSpPr>
            <a:spLocks noGrp="1"/>
          </p:cNvSpPr>
          <p:nvPr>
            <p:ph sz="half" idx="1"/>
          </p:nvPr>
        </p:nvSpPr>
        <p:spPr>
          <a:xfrm>
            <a:off x="448056" y="2351314"/>
            <a:ext cx="5212080" cy="3424648"/>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B5383E6-EAF2-263B-77AD-5CFFF848DA52}"/>
              </a:ext>
            </a:extLst>
          </p:cNvPr>
          <p:cNvSpPr>
            <a:spLocks noGrp="1"/>
          </p:cNvSpPr>
          <p:nvPr>
            <p:ph sz="half" idx="2"/>
          </p:nvPr>
        </p:nvSpPr>
        <p:spPr>
          <a:xfrm>
            <a:off x="6531864" y="2351314"/>
            <a:ext cx="5212080" cy="3424648"/>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FB3D3116-0C8C-274D-4EE0-4A69A1B7452F}"/>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13" name="Slide Number Placeholder 5">
            <a:extLst>
              <a:ext uri="{FF2B5EF4-FFF2-40B4-BE49-F238E27FC236}">
                <a16:creationId xmlns:a16="http://schemas.microsoft.com/office/drawing/2014/main" id="{2A876BEC-38E9-5C79-531D-A7E26500CF38}"/>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2" name="Date Placeholder 3">
            <a:extLst>
              <a:ext uri="{FF2B5EF4-FFF2-40B4-BE49-F238E27FC236}">
                <a16:creationId xmlns:a16="http://schemas.microsoft.com/office/drawing/2014/main" id="{2CABF619-7CE2-E731-E157-AC4941662FDC}"/>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15" name="Rectangle: Rounded Corners 14">
            <a:extLst>
              <a:ext uri="{FF2B5EF4-FFF2-40B4-BE49-F238E27FC236}">
                <a16:creationId xmlns:a16="http://schemas.microsoft.com/office/drawing/2014/main" id="{C4D9E238-00F7-033B-1C16-5D32185987D7}"/>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16" name="Rectangle: Rounded Corners 15">
            <a:extLst>
              <a:ext uri="{FF2B5EF4-FFF2-40B4-BE49-F238E27FC236}">
                <a16:creationId xmlns:a16="http://schemas.microsoft.com/office/drawing/2014/main" id="{A44E3BC2-BAA6-66B2-C408-040233EB6A7D}"/>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Tree>
    <p:extLst>
      <p:ext uri="{BB962C8B-B14F-4D97-AF65-F5344CB8AC3E}">
        <p14:creationId xmlns:p14="http://schemas.microsoft.com/office/powerpoint/2010/main" val="216878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15" name="Title 9">
            <a:extLst>
              <a:ext uri="{FF2B5EF4-FFF2-40B4-BE49-F238E27FC236}">
                <a16:creationId xmlns:a16="http://schemas.microsoft.com/office/drawing/2014/main" id="{E42B8F75-1DF8-D619-3C00-0677DD14B7A1}"/>
              </a:ext>
            </a:extLst>
          </p:cNvPr>
          <p:cNvSpPr>
            <a:spLocks noGrp="1"/>
          </p:cNvSpPr>
          <p:nvPr>
            <p:ph type="title"/>
          </p:nvPr>
        </p:nvSpPr>
        <p:spPr>
          <a:xfrm>
            <a:off x="448056" y="539496"/>
            <a:ext cx="11295236" cy="1430818"/>
          </a:xfrm>
        </p:spPr>
        <p:txBody>
          <a:bodyPr anchor="t"/>
          <a:lstStyle>
            <a:lvl1pPr algn="l">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C06FB1AE-D376-49A5-971A-C323D010D05B}"/>
              </a:ext>
            </a:extLst>
          </p:cNvPr>
          <p:cNvSpPr>
            <a:spLocks noGrp="1"/>
          </p:cNvSpPr>
          <p:nvPr>
            <p:ph sz="half" idx="2"/>
          </p:nvPr>
        </p:nvSpPr>
        <p:spPr>
          <a:xfrm>
            <a:off x="484632" y="2336074"/>
            <a:ext cx="3937363" cy="3439887"/>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5">
            <a:extLst>
              <a:ext uri="{FF2B5EF4-FFF2-40B4-BE49-F238E27FC236}">
                <a16:creationId xmlns:a16="http://schemas.microsoft.com/office/drawing/2014/main" id="{5F41ADF1-6CB4-DE9B-95D0-3FD96606FD9D}"/>
              </a:ext>
            </a:extLst>
          </p:cNvPr>
          <p:cNvSpPr>
            <a:spLocks noGrp="1"/>
          </p:cNvSpPr>
          <p:nvPr>
            <p:ph sz="quarter" idx="4"/>
          </p:nvPr>
        </p:nvSpPr>
        <p:spPr>
          <a:xfrm>
            <a:off x="5166142" y="2336074"/>
            <a:ext cx="6577149" cy="3439887"/>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Footer Placeholder 4">
            <a:extLst>
              <a:ext uri="{FF2B5EF4-FFF2-40B4-BE49-F238E27FC236}">
                <a16:creationId xmlns:a16="http://schemas.microsoft.com/office/drawing/2014/main" id="{08A85807-012C-732D-B2D1-383E5F6BDEDC}"/>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22" name="Slide Number Placeholder 5">
            <a:extLst>
              <a:ext uri="{FF2B5EF4-FFF2-40B4-BE49-F238E27FC236}">
                <a16:creationId xmlns:a16="http://schemas.microsoft.com/office/drawing/2014/main" id="{FE3D430F-9D92-F5E6-831E-F7D7FBED9862}"/>
              </a:ext>
            </a:extLst>
          </p:cNvPr>
          <p:cNvSpPr>
            <a:spLocks noGrp="1"/>
          </p:cNvSpPr>
          <p:nvPr>
            <p:ph type="sldNum" sz="quarter" idx="11"/>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21" name="Date Placeholder 3">
            <a:extLst>
              <a:ext uri="{FF2B5EF4-FFF2-40B4-BE49-F238E27FC236}">
                <a16:creationId xmlns:a16="http://schemas.microsoft.com/office/drawing/2014/main" id="{6636E46C-CCEF-9B83-EE69-704BCC0A3BE7}"/>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5" name="Rectangle: Rounded Corners 24">
            <a:extLst>
              <a:ext uri="{FF2B5EF4-FFF2-40B4-BE49-F238E27FC236}">
                <a16:creationId xmlns:a16="http://schemas.microsoft.com/office/drawing/2014/main" id="{B7F3C090-A373-682E-F697-12E875152AF3}"/>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26" name="Rectangle: Rounded Corners 25">
            <a:extLst>
              <a:ext uri="{FF2B5EF4-FFF2-40B4-BE49-F238E27FC236}">
                <a16:creationId xmlns:a16="http://schemas.microsoft.com/office/drawing/2014/main" id="{0E208CFC-B070-287A-D412-8398A58AC718}"/>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Tree>
    <p:extLst>
      <p:ext uri="{BB962C8B-B14F-4D97-AF65-F5344CB8AC3E}">
        <p14:creationId xmlns:p14="http://schemas.microsoft.com/office/powerpoint/2010/main" val="406189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349D3036-0C80-4AD3-3BC3-9C6EE7B66BC7}"/>
              </a:ext>
            </a:extLst>
          </p:cNvPr>
          <p:cNvSpPr>
            <a:spLocks noGrp="1"/>
          </p:cNvSpPr>
          <p:nvPr>
            <p:ph type="title"/>
          </p:nvPr>
        </p:nvSpPr>
        <p:spPr>
          <a:xfrm>
            <a:off x="448056" y="539496"/>
            <a:ext cx="11312651" cy="1430818"/>
          </a:xfrm>
        </p:spPr>
        <p:txBody>
          <a:bodyPr anchor="t"/>
          <a:lstStyle>
            <a:lvl1pPr algn="l">
              <a:defRPr/>
            </a:lvl1pPr>
          </a:lstStyle>
          <a:p>
            <a:r>
              <a:rPr lang="en-US"/>
              <a:t>Click to edit Master title style</a:t>
            </a:r>
            <a:endParaRPr lang="en-US" dirty="0"/>
          </a:p>
        </p:txBody>
      </p:sp>
      <p:sp>
        <p:nvSpPr>
          <p:cNvPr id="7" name="Content Placeholder 3">
            <a:extLst>
              <a:ext uri="{FF2B5EF4-FFF2-40B4-BE49-F238E27FC236}">
                <a16:creationId xmlns:a16="http://schemas.microsoft.com/office/drawing/2014/main" id="{00066730-3720-E869-7A99-A302706F4D64}"/>
              </a:ext>
            </a:extLst>
          </p:cNvPr>
          <p:cNvSpPr>
            <a:spLocks noGrp="1"/>
          </p:cNvSpPr>
          <p:nvPr>
            <p:ph sz="half" idx="2"/>
          </p:nvPr>
        </p:nvSpPr>
        <p:spPr>
          <a:xfrm>
            <a:off x="484633" y="2336074"/>
            <a:ext cx="3907754" cy="3439886"/>
          </a:xfrm>
        </p:spPr>
        <p:txBody>
          <a:bodyPr/>
          <a:lstStyle>
            <a:lvl1pPr marL="0" indent="0">
              <a:lnSpc>
                <a:spcPct val="100000"/>
              </a:lnSpc>
              <a:buFont typeface="Courier New" panose="02070309020205020404" pitchFamily="49" charset="0"/>
              <a:buNone/>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7ECE2CCA-57E1-3CD5-CB3A-4E88546B59FA}"/>
              </a:ext>
            </a:extLst>
          </p:cNvPr>
          <p:cNvSpPr>
            <a:spLocks noGrp="1"/>
          </p:cNvSpPr>
          <p:nvPr>
            <p:ph idx="1"/>
          </p:nvPr>
        </p:nvSpPr>
        <p:spPr>
          <a:xfrm>
            <a:off x="4713514" y="2336074"/>
            <a:ext cx="7029778" cy="3439886"/>
          </a:xfrm>
        </p:spPr>
        <p:txBody>
          <a:bodyPr/>
          <a:lstStyle>
            <a:lvl1pPr marL="228600" indent="-228600">
              <a:buFont typeface="Courier New" panose="02070309020205020404" pitchFamily="49" charset="0"/>
              <a:buChar char="o"/>
              <a:defRPr sz="18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sz="1800"/>
            </a:lvl4pPr>
            <a:lvl5pPr marL="2114550" indent="-228600">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4">
            <a:extLst>
              <a:ext uri="{FF2B5EF4-FFF2-40B4-BE49-F238E27FC236}">
                <a16:creationId xmlns:a16="http://schemas.microsoft.com/office/drawing/2014/main" id="{FD94CB9C-5720-92BD-FCC1-416FF4D826D0}"/>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17" name="Slide Number Placeholder 5">
            <a:extLst>
              <a:ext uri="{FF2B5EF4-FFF2-40B4-BE49-F238E27FC236}">
                <a16:creationId xmlns:a16="http://schemas.microsoft.com/office/drawing/2014/main" id="{3E94C6A6-7C64-F697-386B-0F022141D2BC}"/>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6" name="Date Placeholder 3">
            <a:extLst>
              <a:ext uri="{FF2B5EF4-FFF2-40B4-BE49-F238E27FC236}">
                <a16:creationId xmlns:a16="http://schemas.microsoft.com/office/drawing/2014/main" id="{BD9B339D-688D-32D9-2CB6-87EC9E016ED2}"/>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0" name="Rectangle: Rounded Corners 19">
            <a:extLst>
              <a:ext uri="{FF2B5EF4-FFF2-40B4-BE49-F238E27FC236}">
                <a16:creationId xmlns:a16="http://schemas.microsoft.com/office/drawing/2014/main" id="{A4C34B41-BD58-1B57-8598-72769BB244CA}"/>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21" name="Rectangle: Rounded Corners 20">
            <a:extLst>
              <a:ext uri="{FF2B5EF4-FFF2-40B4-BE49-F238E27FC236}">
                <a16:creationId xmlns:a16="http://schemas.microsoft.com/office/drawing/2014/main" id="{B047A825-AF1A-AFB7-6E4C-50F4FDEAD513}"/>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Tree>
    <p:extLst>
      <p:ext uri="{BB962C8B-B14F-4D97-AF65-F5344CB8AC3E}">
        <p14:creationId xmlns:p14="http://schemas.microsoft.com/office/powerpoint/2010/main" val="3375046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349D3036-0C80-4AD3-3BC3-9C6EE7B66BC7}"/>
              </a:ext>
            </a:extLst>
          </p:cNvPr>
          <p:cNvSpPr>
            <a:spLocks noGrp="1"/>
          </p:cNvSpPr>
          <p:nvPr>
            <p:ph type="title"/>
          </p:nvPr>
        </p:nvSpPr>
        <p:spPr>
          <a:xfrm>
            <a:off x="448056" y="539496"/>
            <a:ext cx="11295236" cy="1430818"/>
          </a:xfrm>
        </p:spPr>
        <p:txBody>
          <a:bodyPr anchor="t"/>
          <a:lstStyle>
            <a:lvl1pPr algn="l">
              <a:defRPr/>
            </a:lvl1p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08C9F7D4-FF78-4949-43F9-8196BE602676}"/>
              </a:ext>
            </a:extLst>
          </p:cNvPr>
          <p:cNvSpPr>
            <a:spLocks noGrp="1"/>
          </p:cNvSpPr>
          <p:nvPr>
            <p:ph idx="1"/>
          </p:nvPr>
        </p:nvSpPr>
        <p:spPr>
          <a:xfrm>
            <a:off x="448056" y="2336074"/>
            <a:ext cx="11295236" cy="3439886"/>
          </a:xfrm>
        </p:spPr>
        <p:txBody>
          <a:bodyPr/>
          <a:lstStyle>
            <a:lvl1pPr marL="228600" indent="-228600">
              <a:buFont typeface="Courier New" panose="02070309020205020404" pitchFamily="49" charset="0"/>
              <a:buChar char="o"/>
              <a:defRPr sz="18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sz="1800"/>
            </a:lvl4pPr>
            <a:lvl5pPr marL="2114550" indent="-228600">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4">
            <a:extLst>
              <a:ext uri="{FF2B5EF4-FFF2-40B4-BE49-F238E27FC236}">
                <a16:creationId xmlns:a16="http://schemas.microsoft.com/office/drawing/2014/main" id="{20A44E95-6BA3-CFE6-A814-6E775C496A9E}"/>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17" name="Slide Number Placeholder 5">
            <a:extLst>
              <a:ext uri="{FF2B5EF4-FFF2-40B4-BE49-F238E27FC236}">
                <a16:creationId xmlns:a16="http://schemas.microsoft.com/office/drawing/2014/main" id="{E1508BAE-F55D-657D-0B22-B4D7A4276AA9}"/>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6" name="Date Placeholder 3">
            <a:extLst>
              <a:ext uri="{FF2B5EF4-FFF2-40B4-BE49-F238E27FC236}">
                <a16:creationId xmlns:a16="http://schemas.microsoft.com/office/drawing/2014/main" id="{684C0E93-58D2-9758-23DA-D9735D2BC43D}"/>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1" name="Rectangle: Rounded Corners 20">
            <a:extLst>
              <a:ext uri="{FF2B5EF4-FFF2-40B4-BE49-F238E27FC236}">
                <a16:creationId xmlns:a16="http://schemas.microsoft.com/office/drawing/2014/main" id="{C807277D-E632-EFB0-60CE-D1B1A05CE7AA}"/>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22" name="Rectangle: Rounded Corners 21">
            <a:extLst>
              <a:ext uri="{FF2B5EF4-FFF2-40B4-BE49-F238E27FC236}">
                <a16:creationId xmlns:a16="http://schemas.microsoft.com/office/drawing/2014/main" id="{3D40FB0A-01A8-7946-3722-71B8B5DBDAA0}"/>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Tree>
    <p:extLst>
      <p:ext uri="{BB962C8B-B14F-4D97-AF65-F5344CB8AC3E}">
        <p14:creationId xmlns:p14="http://schemas.microsoft.com/office/powerpoint/2010/main" val="3101419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0F7DD41-68BA-5ED4-4C63-7E8F329A5506}"/>
              </a:ext>
            </a:extLst>
          </p:cNvPr>
          <p:cNvSpPr>
            <a:spLocks noGrp="1"/>
          </p:cNvSpPr>
          <p:nvPr>
            <p:ph type="title"/>
          </p:nvPr>
        </p:nvSpPr>
        <p:spPr>
          <a:xfrm>
            <a:off x="448055" y="539496"/>
            <a:ext cx="11295237" cy="1430818"/>
          </a:xfrm>
        </p:spPr>
        <p:txBody>
          <a:bodyPr anchor="t"/>
          <a:lstStyle>
            <a:lvl1pPr algn="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F46393B-EA4C-7241-94FA-169F6C1D5B40}"/>
              </a:ext>
            </a:extLst>
          </p:cNvPr>
          <p:cNvSpPr>
            <a:spLocks noGrp="1"/>
          </p:cNvSpPr>
          <p:nvPr>
            <p:ph sz="half" idx="2"/>
          </p:nvPr>
        </p:nvSpPr>
        <p:spPr>
          <a:xfrm>
            <a:off x="448056" y="2351314"/>
            <a:ext cx="7533566" cy="3424647"/>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D74BBA64-3944-C0BE-4D5F-2745DA48BF33}"/>
              </a:ext>
            </a:extLst>
          </p:cNvPr>
          <p:cNvSpPr>
            <a:spLocks noGrp="1"/>
          </p:cNvSpPr>
          <p:nvPr>
            <p:ph sz="quarter" idx="4"/>
          </p:nvPr>
        </p:nvSpPr>
        <p:spPr>
          <a:xfrm>
            <a:off x="8725771" y="2351314"/>
            <a:ext cx="3017521" cy="3424647"/>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Footer Placeholder 4">
            <a:extLst>
              <a:ext uri="{FF2B5EF4-FFF2-40B4-BE49-F238E27FC236}">
                <a16:creationId xmlns:a16="http://schemas.microsoft.com/office/drawing/2014/main" id="{E2CFE474-CD49-418F-C6AA-C3B2122F349E}"/>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19" name="Slide Number Placeholder 5">
            <a:extLst>
              <a:ext uri="{FF2B5EF4-FFF2-40B4-BE49-F238E27FC236}">
                <a16:creationId xmlns:a16="http://schemas.microsoft.com/office/drawing/2014/main" id="{8B721FAD-ADA4-942C-4F82-F19927F0614A}"/>
              </a:ext>
            </a:extLst>
          </p:cNvPr>
          <p:cNvSpPr>
            <a:spLocks noGrp="1"/>
          </p:cNvSpPr>
          <p:nvPr>
            <p:ph type="sldNum" sz="quarter" idx="11"/>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8" name="Date Placeholder 3">
            <a:extLst>
              <a:ext uri="{FF2B5EF4-FFF2-40B4-BE49-F238E27FC236}">
                <a16:creationId xmlns:a16="http://schemas.microsoft.com/office/drawing/2014/main" id="{6CDF2413-A614-052C-5C1C-DB1A0FE7A838}"/>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3" name="Rectangle: Rounded Corners 22">
            <a:extLst>
              <a:ext uri="{FF2B5EF4-FFF2-40B4-BE49-F238E27FC236}">
                <a16:creationId xmlns:a16="http://schemas.microsoft.com/office/drawing/2014/main" id="{0EA518BD-EEB3-0925-5423-003BA3727457}"/>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24" name="Rectangle: Rounded Corners 23">
            <a:extLst>
              <a:ext uri="{FF2B5EF4-FFF2-40B4-BE49-F238E27FC236}">
                <a16:creationId xmlns:a16="http://schemas.microsoft.com/office/drawing/2014/main" id="{3FC594DB-EFD9-29BB-06AC-C734457EE1BE}"/>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Tree>
    <p:extLst>
      <p:ext uri="{BB962C8B-B14F-4D97-AF65-F5344CB8AC3E}">
        <p14:creationId xmlns:p14="http://schemas.microsoft.com/office/powerpoint/2010/main" val="94674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2924551" y="754380"/>
            <a:ext cx="6342896" cy="2535177"/>
          </a:xfrm>
        </p:spPr>
        <p:txBody>
          <a:bodyPr anchor="b">
            <a:noAutofit/>
          </a:bodyPr>
          <a:lstStyle>
            <a:lvl1pPr algn="ctr">
              <a:lnSpc>
                <a:spcPct val="100000"/>
              </a:lnSpc>
              <a:tabLst/>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2BA890-FB69-E772-1383-035C2A82316A}"/>
              </a:ext>
            </a:extLst>
          </p:cNvPr>
          <p:cNvSpPr>
            <a:spLocks noGrp="1"/>
          </p:cNvSpPr>
          <p:nvPr>
            <p:ph type="subTitle" idx="1"/>
          </p:nvPr>
        </p:nvSpPr>
        <p:spPr>
          <a:xfrm>
            <a:off x="3504438" y="3565035"/>
            <a:ext cx="5183124" cy="2011747"/>
          </a:xfrm>
          <a:noFill/>
        </p:spPr>
        <p:txBody>
          <a:bodyPr anchor="t">
            <a:normAutofit/>
          </a:bodyPr>
          <a:lstStyle>
            <a:lvl1pPr marL="0" indent="0" algn="ctr" defTabSz="914400" rtl="0" eaLnBrk="1" latinLnBrk="0" hangingPunct="1">
              <a:lnSpc>
                <a:spcPct val="100000"/>
              </a:lnSpc>
              <a:spcBef>
                <a:spcPts val="1000"/>
              </a:spcBef>
              <a:buFont typeface="Arial" panose="020B0604020202020204" pitchFamily="34" charset="0"/>
              <a:buNone/>
              <a:defRPr lang="en-US" sz="1800" kern="1200" dirty="0">
                <a:solidFill>
                  <a:schemeClr val="tx1"/>
                </a:solidFill>
                <a:latin typeface="+mn-lt"/>
                <a:ea typeface="+mn-ea"/>
                <a:cs typeface="Georgia Pro"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1" name="Freeform: Shape 60">
            <a:extLst>
              <a:ext uri="{FF2B5EF4-FFF2-40B4-BE49-F238E27FC236}">
                <a16:creationId xmlns:a16="http://schemas.microsoft.com/office/drawing/2014/main" id="{8E065840-95FE-BED2-B104-471CC3A74C6A}"/>
              </a:ext>
            </a:extLst>
          </p:cNvPr>
          <p:cNvSpPr/>
          <p:nvPr userDrawn="1"/>
        </p:nvSpPr>
        <p:spPr>
          <a:xfrm rot="5400000">
            <a:off x="419012" y="-693331"/>
            <a:ext cx="1401446" cy="2513791"/>
          </a:xfrm>
          <a:custGeom>
            <a:avLst/>
            <a:gdLst>
              <a:gd name="connsiteX0" fmla="*/ 0 w 1401446"/>
              <a:gd name="connsiteY0" fmla="*/ 2513791 h 2513791"/>
              <a:gd name="connsiteX1" fmla="*/ 0 w 1401446"/>
              <a:gd name="connsiteY1" fmla="*/ 54539 h 2513791"/>
              <a:gd name="connsiteX2" fmla="*/ 105080 w 1401446"/>
              <a:gd name="connsiteY2" fmla="*/ 21920 h 2513791"/>
              <a:gd name="connsiteX3" fmla="*/ 322521 w 1401446"/>
              <a:gd name="connsiteY3" fmla="*/ 0 h 2513791"/>
              <a:gd name="connsiteX4" fmla="*/ 1401446 w 1401446"/>
              <a:gd name="connsiteY4" fmla="*/ 1078925 h 2513791"/>
              <a:gd name="connsiteX5" fmla="*/ 1401446 w 1401446"/>
              <a:gd name="connsiteY5" fmla="*/ 2513791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1446" h="2513791">
                <a:moveTo>
                  <a:pt x="0" y="2513791"/>
                </a:moveTo>
                <a:lnTo>
                  <a:pt x="0" y="54539"/>
                </a:lnTo>
                <a:lnTo>
                  <a:pt x="105080" y="21920"/>
                </a:lnTo>
                <a:cubicBezTo>
                  <a:pt x="175315" y="7548"/>
                  <a:pt x="248037" y="0"/>
                  <a:pt x="322521" y="0"/>
                </a:cubicBezTo>
                <a:cubicBezTo>
                  <a:pt x="918395" y="0"/>
                  <a:pt x="1401446" y="483051"/>
                  <a:pt x="1401446" y="1078925"/>
                </a:cubicBezTo>
                <a:lnTo>
                  <a:pt x="1401446" y="2513791"/>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9" name="Freeform: Shape 58">
            <a:extLst>
              <a:ext uri="{FF2B5EF4-FFF2-40B4-BE49-F238E27FC236}">
                <a16:creationId xmlns:a16="http://schemas.microsoft.com/office/drawing/2014/main" id="{E594094C-C13C-1BA9-3168-3B72C86B1036}"/>
              </a:ext>
            </a:extLst>
          </p:cNvPr>
          <p:cNvSpPr/>
          <p:nvPr userDrawn="1"/>
        </p:nvSpPr>
        <p:spPr>
          <a:xfrm rot="5400000">
            <a:off x="397909" y="-672228"/>
            <a:ext cx="1259782" cy="2329920"/>
          </a:xfrm>
          <a:custGeom>
            <a:avLst/>
            <a:gdLst>
              <a:gd name="connsiteX0" fmla="*/ 0 w 1259782"/>
              <a:gd name="connsiteY0" fmla="*/ 2329920 h 2329920"/>
              <a:gd name="connsiteX1" fmla="*/ 0 w 1259782"/>
              <a:gd name="connsiteY1" fmla="*/ 60523 h 2329920"/>
              <a:gd name="connsiteX2" fmla="*/ 133632 w 1259782"/>
              <a:gd name="connsiteY2" fmla="*/ 19042 h 2329920"/>
              <a:gd name="connsiteX3" fmla="*/ 322522 w 1259782"/>
              <a:gd name="connsiteY3" fmla="*/ 0 h 2329920"/>
              <a:gd name="connsiteX4" fmla="*/ 1259782 w 1259782"/>
              <a:gd name="connsiteY4" fmla="*/ 937260 h 2329920"/>
              <a:gd name="connsiteX5" fmla="*/ 1259782 w 1259782"/>
              <a:gd name="connsiteY5" fmla="*/ 232992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9782" h="2329920">
                <a:moveTo>
                  <a:pt x="0" y="2329920"/>
                </a:moveTo>
                <a:lnTo>
                  <a:pt x="0" y="60523"/>
                </a:lnTo>
                <a:lnTo>
                  <a:pt x="133632" y="19042"/>
                </a:lnTo>
                <a:cubicBezTo>
                  <a:pt x="194645" y="6557"/>
                  <a:pt x="257818" y="0"/>
                  <a:pt x="322522" y="0"/>
                </a:cubicBezTo>
                <a:cubicBezTo>
                  <a:pt x="840156" y="0"/>
                  <a:pt x="1259782" y="419626"/>
                  <a:pt x="1259782" y="937260"/>
                </a:cubicBezTo>
                <a:lnTo>
                  <a:pt x="1259782" y="2329920"/>
                </a:ln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3BD0BF3F-32DB-645E-94BC-A9E15FA5F2FB}"/>
              </a:ext>
            </a:extLst>
          </p:cNvPr>
          <p:cNvSpPr/>
          <p:nvPr userDrawn="1"/>
        </p:nvSpPr>
        <p:spPr>
          <a:xfrm rot="5400000">
            <a:off x="40810" y="1091166"/>
            <a:ext cx="2157850" cy="2513792"/>
          </a:xfrm>
          <a:custGeom>
            <a:avLst/>
            <a:gdLst>
              <a:gd name="connsiteX0" fmla="*/ 0 w 2157850"/>
              <a:gd name="connsiteY0" fmla="*/ 2513792 h 2513792"/>
              <a:gd name="connsiteX1" fmla="*/ 0 w 2157850"/>
              <a:gd name="connsiteY1" fmla="*/ 1078925 h 2513792"/>
              <a:gd name="connsiteX2" fmla="*/ 1078925 w 2157850"/>
              <a:gd name="connsiteY2" fmla="*/ 0 h 2513792"/>
              <a:gd name="connsiteX3" fmla="*/ 2157850 w 2157850"/>
              <a:gd name="connsiteY3" fmla="*/ 1078925 h 2513792"/>
              <a:gd name="connsiteX4" fmla="*/ 2157850 w 2157850"/>
              <a:gd name="connsiteY4" fmla="*/ 2513792 h 25137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7850" h="2513792">
                <a:moveTo>
                  <a:pt x="0" y="2513792"/>
                </a:moveTo>
                <a:lnTo>
                  <a:pt x="0" y="1078925"/>
                </a:lnTo>
                <a:cubicBezTo>
                  <a:pt x="0" y="483051"/>
                  <a:pt x="483051" y="0"/>
                  <a:pt x="1078925" y="0"/>
                </a:cubicBezTo>
                <a:cubicBezTo>
                  <a:pt x="1674799" y="0"/>
                  <a:pt x="2157850" y="483051"/>
                  <a:pt x="2157850" y="1078925"/>
                </a:cubicBezTo>
                <a:lnTo>
                  <a:pt x="2157850" y="251379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FA6F927F-3AF1-2680-0064-8DB1DB4E2BCE}"/>
              </a:ext>
            </a:extLst>
          </p:cNvPr>
          <p:cNvSpPr/>
          <p:nvPr userDrawn="1"/>
        </p:nvSpPr>
        <p:spPr>
          <a:xfrm rot="5400000">
            <a:off x="90540" y="1183102"/>
            <a:ext cx="1874520" cy="2329922"/>
          </a:xfrm>
          <a:custGeom>
            <a:avLst/>
            <a:gdLst>
              <a:gd name="connsiteX0" fmla="*/ 0 w 1874520"/>
              <a:gd name="connsiteY0" fmla="*/ 2329922 h 2329922"/>
              <a:gd name="connsiteX1" fmla="*/ 0 w 1874520"/>
              <a:gd name="connsiteY1" fmla="*/ 937260 h 2329922"/>
              <a:gd name="connsiteX2" fmla="*/ 937260 w 1874520"/>
              <a:gd name="connsiteY2" fmla="*/ 0 h 2329922"/>
              <a:gd name="connsiteX3" fmla="*/ 1874520 w 1874520"/>
              <a:gd name="connsiteY3" fmla="*/ 937260 h 2329922"/>
              <a:gd name="connsiteX4" fmla="*/ 1874520 w 1874520"/>
              <a:gd name="connsiteY4" fmla="*/ 2329922 h 232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2329922">
                <a:moveTo>
                  <a:pt x="0" y="2329922"/>
                </a:moveTo>
                <a:lnTo>
                  <a:pt x="0" y="937260"/>
                </a:lnTo>
                <a:cubicBezTo>
                  <a:pt x="0" y="419626"/>
                  <a:pt x="419626" y="0"/>
                  <a:pt x="937260" y="0"/>
                </a:cubicBezTo>
                <a:cubicBezTo>
                  <a:pt x="1454894" y="0"/>
                  <a:pt x="1874520" y="419626"/>
                  <a:pt x="1874520" y="937260"/>
                </a:cubicBezTo>
                <a:lnTo>
                  <a:pt x="1874520" y="2329922"/>
                </a:ln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EC6A74FB-8CFB-6ED7-F013-F8A20115E95B}"/>
              </a:ext>
            </a:extLst>
          </p:cNvPr>
          <p:cNvSpPr/>
          <p:nvPr userDrawn="1"/>
        </p:nvSpPr>
        <p:spPr>
          <a:xfrm rot="5400000">
            <a:off x="40811" y="3253864"/>
            <a:ext cx="2157850" cy="2513793"/>
          </a:xfrm>
          <a:custGeom>
            <a:avLst/>
            <a:gdLst>
              <a:gd name="connsiteX0" fmla="*/ 0 w 2157850"/>
              <a:gd name="connsiteY0" fmla="*/ 2513793 h 2513793"/>
              <a:gd name="connsiteX1" fmla="*/ 0 w 2157850"/>
              <a:gd name="connsiteY1" fmla="*/ 1078925 h 2513793"/>
              <a:gd name="connsiteX2" fmla="*/ 1078925 w 2157850"/>
              <a:gd name="connsiteY2" fmla="*/ 0 h 2513793"/>
              <a:gd name="connsiteX3" fmla="*/ 2157850 w 2157850"/>
              <a:gd name="connsiteY3" fmla="*/ 1078925 h 2513793"/>
              <a:gd name="connsiteX4" fmla="*/ 2157850 w 2157850"/>
              <a:gd name="connsiteY4" fmla="*/ 2513793 h 2513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7850" h="2513793">
                <a:moveTo>
                  <a:pt x="0" y="2513793"/>
                </a:moveTo>
                <a:lnTo>
                  <a:pt x="0" y="1078925"/>
                </a:lnTo>
                <a:cubicBezTo>
                  <a:pt x="0" y="483051"/>
                  <a:pt x="483051" y="0"/>
                  <a:pt x="1078925" y="0"/>
                </a:cubicBezTo>
                <a:cubicBezTo>
                  <a:pt x="1674799" y="0"/>
                  <a:pt x="2157850" y="483051"/>
                  <a:pt x="2157850" y="1078925"/>
                </a:cubicBezTo>
                <a:lnTo>
                  <a:pt x="2157850" y="251379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AC1E58F2-94F5-FBD0-F2F4-8247FD99B419}"/>
              </a:ext>
            </a:extLst>
          </p:cNvPr>
          <p:cNvSpPr/>
          <p:nvPr userDrawn="1"/>
        </p:nvSpPr>
        <p:spPr>
          <a:xfrm rot="5400000">
            <a:off x="90541" y="3345800"/>
            <a:ext cx="1874520" cy="2329923"/>
          </a:xfrm>
          <a:custGeom>
            <a:avLst/>
            <a:gdLst>
              <a:gd name="connsiteX0" fmla="*/ 0 w 1874520"/>
              <a:gd name="connsiteY0" fmla="*/ 2329923 h 2329923"/>
              <a:gd name="connsiteX1" fmla="*/ 0 w 1874520"/>
              <a:gd name="connsiteY1" fmla="*/ 937260 h 2329923"/>
              <a:gd name="connsiteX2" fmla="*/ 937260 w 1874520"/>
              <a:gd name="connsiteY2" fmla="*/ 0 h 2329923"/>
              <a:gd name="connsiteX3" fmla="*/ 1874520 w 1874520"/>
              <a:gd name="connsiteY3" fmla="*/ 937260 h 2329923"/>
              <a:gd name="connsiteX4" fmla="*/ 1874520 w 1874520"/>
              <a:gd name="connsiteY4" fmla="*/ 2329923 h 232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2329923">
                <a:moveTo>
                  <a:pt x="0" y="2329923"/>
                </a:moveTo>
                <a:lnTo>
                  <a:pt x="0" y="937260"/>
                </a:lnTo>
                <a:cubicBezTo>
                  <a:pt x="0" y="419626"/>
                  <a:pt x="419626" y="0"/>
                  <a:pt x="937260" y="0"/>
                </a:cubicBezTo>
                <a:cubicBezTo>
                  <a:pt x="1454894" y="0"/>
                  <a:pt x="1874520" y="419626"/>
                  <a:pt x="1874520" y="937260"/>
                </a:cubicBezTo>
                <a:lnTo>
                  <a:pt x="1874520" y="2329923"/>
                </a:ln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9" name="Freeform: Shape 98">
            <a:extLst>
              <a:ext uri="{FF2B5EF4-FFF2-40B4-BE49-F238E27FC236}">
                <a16:creationId xmlns:a16="http://schemas.microsoft.com/office/drawing/2014/main" id="{6A6C5A6A-1602-7B2F-E9C7-0A8D0162B007}"/>
              </a:ext>
            </a:extLst>
          </p:cNvPr>
          <p:cNvSpPr/>
          <p:nvPr userDrawn="1"/>
        </p:nvSpPr>
        <p:spPr>
          <a:xfrm rot="5400000">
            <a:off x="441311" y="5015242"/>
            <a:ext cx="1356850" cy="2513793"/>
          </a:xfrm>
          <a:custGeom>
            <a:avLst/>
            <a:gdLst>
              <a:gd name="connsiteX0" fmla="*/ 0 w 1356850"/>
              <a:gd name="connsiteY0" fmla="*/ 2513793 h 2513793"/>
              <a:gd name="connsiteX1" fmla="*/ 0 w 1356850"/>
              <a:gd name="connsiteY1" fmla="*/ 1078925 h 2513793"/>
              <a:gd name="connsiteX2" fmla="*/ 1078925 w 1356850"/>
              <a:gd name="connsiteY2" fmla="*/ 0 h 2513793"/>
              <a:gd name="connsiteX3" fmla="*/ 1296366 w 1356850"/>
              <a:gd name="connsiteY3" fmla="*/ 21920 h 2513793"/>
              <a:gd name="connsiteX4" fmla="*/ 1356850 w 1356850"/>
              <a:gd name="connsiteY4" fmla="*/ 40695 h 2513793"/>
              <a:gd name="connsiteX5" fmla="*/ 1356850 w 1356850"/>
              <a:gd name="connsiteY5" fmla="*/ 2513793 h 25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6850" h="2513793">
                <a:moveTo>
                  <a:pt x="0" y="2513793"/>
                </a:moveTo>
                <a:lnTo>
                  <a:pt x="0" y="1078925"/>
                </a:lnTo>
                <a:cubicBezTo>
                  <a:pt x="0" y="483051"/>
                  <a:pt x="483051" y="0"/>
                  <a:pt x="1078925" y="0"/>
                </a:cubicBezTo>
                <a:cubicBezTo>
                  <a:pt x="1153410" y="0"/>
                  <a:pt x="1226131" y="7548"/>
                  <a:pt x="1296366" y="21920"/>
                </a:cubicBezTo>
                <a:lnTo>
                  <a:pt x="1356850" y="40695"/>
                </a:lnTo>
                <a:lnTo>
                  <a:pt x="1356850" y="251379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7" name="Freeform: Shape 96">
            <a:extLst>
              <a:ext uri="{FF2B5EF4-FFF2-40B4-BE49-F238E27FC236}">
                <a16:creationId xmlns:a16="http://schemas.microsoft.com/office/drawing/2014/main" id="{A5050E4A-F632-0641-6CC9-C929FD0CCE99}"/>
              </a:ext>
            </a:extLst>
          </p:cNvPr>
          <p:cNvSpPr/>
          <p:nvPr userDrawn="1"/>
        </p:nvSpPr>
        <p:spPr>
          <a:xfrm rot="5400000">
            <a:off x="420209" y="5178010"/>
            <a:ext cx="1215184" cy="2329923"/>
          </a:xfrm>
          <a:custGeom>
            <a:avLst/>
            <a:gdLst>
              <a:gd name="connsiteX0" fmla="*/ 0 w 1215184"/>
              <a:gd name="connsiteY0" fmla="*/ 2329923 h 2329923"/>
              <a:gd name="connsiteX1" fmla="*/ 0 w 1215184"/>
              <a:gd name="connsiteY1" fmla="*/ 937260 h 2329923"/>
              <a:gd name="connsiteX2" fmla="*/ 937260 w 1215184"/>
              <a:gd name="connsiteY2" fmla="*/ 0 h 2329923"/>
              <a:gd name="connsiteX3" fmla="*/ 1126151 w 1215184"/>
              <a:gd name="connsiteY3" fmla="*/ 19042 h 2329923"/>
              <a:gd name="connsiteX4" fmla="*/ 1215184 w 1215184"/>
              <a:gd name="connsiteY4" fmla="*/ 46679 h 2329923"/>
              <a:gd name="connsiteX5" fmla="*/ 1215184 w 1215184"/>
              <a:gd name="connsiteY5" fmla="*/ 2329923 h 2329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5184" h="2329923">
                <a:moveTo>
                  <a:pt x="0" y="2329923"/>
                </a:moveTo>
                <a:lnTo>
                  <a:pt x="0" y="937260"/>
                </a:lnTo>
                <a:cubicBezTo>
                  <a:pt x="0" y="419626"/>
                  <a:pt x="419626" y="0"/>
                  <a:pt x="937260" y="0"/>
                </a:cubicBezTo>
                <a:cubicBezTo>
                  <a:pt x="1001965" y="0"/>
                  <a:pt x="1065137" y="6557"/>
                  <a:pt x="1126151" y="19042"/>
                </a:cubicBezTo>
                <a:lnTo>
                  <a:pt x="1215184" y="46679"/>
                </a:lnTo>
                <a:lnTo>
                  <a:pt x="1215184" y="2329923"/>
                </a:ln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0917ADA6-C4E9-C316-8CFB-EFD1C20D3AD4}"/>
              </a:ext>
            </a:extLst>
          </p:cNvPr>
          <p:cNvGrpSpPr/>
          <p:nvPr userDrawn="1"/>
        </p:nvGrpSpPr>
        <p:grpSpPr>
          <a:xfrm>
            <a:off x="1460974" y="1614260"/>
            <a:ext cx="1463578" cy="1463578"/>
            <a:chOff x="6132575" y="1705337"/>
            <a:chExt cx="3494544" cy="3494544"/>
          </a:xfrm>
        </p:grpSpPr>
        <p:sp>
          <p:nvSpPr>
            <p:cNvPr id="48" name="Oval 47">
              <a:extLst>
                <a:ext uri="{FF2B5EF4-FFF2-40B4-BE49-F238E27FC236}">
                  <a16:creationId xmlns:a16="http://schemas.microsoft.com/office/drawing/2014/main" id="{9DB3442B-C5CD-B39F-5F03-E534C2AA767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9B8DA441-CD35-30CC-3EC2-2C86B412249B}"/>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3" name="Freeform: Shape 92">
            <a:extLst>
              <a:ext uri="{FF2B5EF4-FFF2-40B4-BE49-F238E27FC236}">
                <a16:creationId xmlns:a16="http://schemas.microsoft.com/office/drawing/2014/main" id="{BC7DDE63-00F9-BCDE-28E4-BAF22FE18F62}"/>
              </a:ext>
            </a:extLst>
          </p:cNvPr>
          <p:cNvSpPr/>
          <p:nvPr userDrawn="1"/>
        </p:nvSpPr>
        <p:spPr>
          <a:xfrm>
            <a:off x="1460974" y="-137158"/>
            <a:ext cx="1463578" cy="1052297"/>
          </a:xfrm>
          <a:custGeom>
            <a:avLst/>
            <a:gdLst>
              <a:gd name="connsiteX0" fmla="*/ 76865 w 1463578"/>
              <a:gd name="connsiteY0" fmla="*/ 0 h 1052297"/>
              <a:gd name="connsiteX1" fmla="*/ 1386714 w 1463578"/>
              <a:gd name="connsiteY1" fmla="*/ 0 h 1052297"/>
              <a:gd name="connsiteX2" fmla="*/ 1406071 w 1463578"/>
              <a:gd name="connsiteY2" fmla="*/ 35663 h 1052297"/>
              <a:gd name="connsiteX3" fmla="*/ 1463578 w 1463578"/>
              <a:gd name="connsiteY3" fmla="*/ 320508 h 1052297"/>
              <a:gd name="connsiteX4" fmla="*/ 731789 w 1463578"/>
              <a:gd name="connsiteY4" fmla="*/ 1052297 h 1052297"/>
              <a:gd name="connsiteX5" fmla="*/ 0 w 1463578"/>
              <a:gd name="connsiteY5" fmla="*/ 320508 h 1052297"/>
              <a:gd name="connsiteX6" fmla="*/ 57508 w 1463578"/>
              <a:gd name="connsiteY6" fmla="*/ 35663 h 10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578" h="1052297">
                <a:moveTo>
                  <a:pt x="76865" y="0"/>
                </a:moveTo>
                <a:lnTo>
                  <a:pt x="1386714" y="0"/>
                </a:lnTo>
                <a:lnTo>
                  <a:pt x="1406071" y="35663"/>
                </a:lnTo>
                <a:cubicBezTo>
                  <a:pt x="1443101" y="123213"/>
                  <a:pt x="1463578" y="219469"/>
                  <a:pt x="1463578" y="320508"/>
                </a:cubicBezTo>
                <a:cubicBezTo>
                  <a:pt x="1463578" y="724664"/>
                  <a:pt x="1135945" y="1052297"/>
                  <a:pt x="731789" y="1052297"/>
                </a:cubicBezTo>
                <a:cubicBezTo>
                  <a:pt x="327633" y="1052297"/>
                  <a:pt x="0" y="724664"/>
                  <a:pt x="0" y="320508"/>
                </a:cubicBezTo>
                <a:cubicBezTo>
                  <a:pt x="0" y="219469"/>
                  <a:pt x="20477" y="123213"/>
                  <a:pt x="57508" y="35663"/>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1" name="Freeform: Shape 90">
            <a:extLst>
              <a:ext uri="{FF2B5EF4-FFF2-40B4-BE49-F238E27FC236}">
                <a16:creationId xmlns:a16="http://schemas.microsoft.com/office/drawing/2014/main" id="{FE89CF2E-712D-A19D-7BC8-A13A88630A2C}"/>
              </a:ext>
            </a:extLst>
          </p:cNvPr>
          <p:cNvSpPr/>
          <p:nvPr userDrawn="1"/>
        </p:nvSpPr>
        <p:spPr>
          <a:xfrm>
            <a:off x="1608557" y="-137158"/>
            <a:ext cx="1168412" cy="904713"/>
          </a:xfrm>
          <a:custGeom>
            <a:avLst/>
            <a:gdLst>
              <a:gd name="connsiteX0" fmla="*/ 96448 w 1168412"/>
              <a:gd name="connsiteY0" fmla="*/ 0 h 904713"/>
              <a:gd name="connsiteX1" fmla="*/ 1071965 w 1168412"/>
              <a:gd name="connsiteY1" fmla="*/ 0 h 904713"/>
              <a:gd name="connsiteX2" fmla="*/ 1122503 w 1168412"/>
              <a:gd name="connsiteY2" fmla="*/ 93109 h 904713"/>
              <a:gd name="connsiteX3" fmla="*/ 1168412 w 1168412"/>
              <a:gd name="connsiteY3" fmla="*/ 320508 h 904713"/>
              <a:gd name="connsiteX4" fmla="*/ 584206 w 1168412"/>
              <a:gd name="connsiteY4" fmla="*/ 904713 h 904713"/>
              <a:gd name="connsiteX5" fmla="*/ 0 w 1168412"/>
              <a:gd name="connsiteY5" fmla="*/ 320508 h 904713"/>
              <a:gd name="connsiteX6" fmla="*/ 45910 w 1168412"/>
              <a:gd name="connsiteY6" fmla="*/ 93109 h 90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8412" h="904713">
                <a:moveTo>
                  <a:pt x="96448" y="0"/>
                </a:moveTo>
                <a:lnTo>
                  <a:pt x="1071965" y="0"/>
                </a:lnTo>
                <a:lnTo>
                  <a:pt x="1122503" y="93109"/>
                </a:lnTo>
                <a:cubicBezTo>
                  <a:pt x="1152065" y="163002"/>
                  <a:pt x="1168412" y="239846"/>
                  <a:pt x="1168412" y="320508"/>
                </a:cubicBezTo>
                <a:cubicBezTo>
                  <a:pt x="1168412" y="643156"/>
                  <a:pt x="906854" y="904713"/>
                  <a:pt x="584206" y="904713"/>
                </a:cubicBezTo>
                <a:cubicBezTo>
                  <a:pt x="261558" y="904713"/>
                  <a:pt x="0" y="643156"/>
                  <a:pt x="0" y="320508"/>
                </a:cubicBezTo>
                <a:cubicBezTo>
                  <a:pt x="0" y="239846"/>
                  <a:pt x="16348" y="163002"/>
                  <a:pt x="45910" y="93109"/>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3" name="Group 52">
            <a:extLst>
              <a:ext uri="{FF2B5EF4-FFF2-40B4-BE49-F238E27FC236}">
                <a16:creationId xmlns:a16="http://schemas.microsoft.com/office/drawing/2014/main" id="{5B5FF04A-0026-ACF5-DE1A-21D25F8E14E0}"/>
              </a:ext>
            </a:extLst>
          </p:cNvPr>
          <p:cNvGrpSpPr/>
          <p:nvPr userDrawn="1"/>
        </p:nvGrpSpPr>
        <p:grpSpPr>
          <a:xfrm>
            <a:off x="1460974" y="3776958"/>
            <a:ext cx="1463578" cy="1463578"/>
            <a:chOff x="6132575" y="1705337"/>
            <a:chExt cx="3494544" cy="3494544"/>
          </a:xfrm>
        </p:grpSpPr>
        <p:sp>
          <p:nvSpPr>
            <p:cNvPr id="54" name="Oval 53">
              <a:extLst>
                <a:ext uri="{FF2B5EF4-FFF2-40B4-BE49-F238E27FC236}">
                  <a16:creationId xmlns:a16="http://schemas.microsoft.com/office/drawing/2014/main" id="{513E8005-4979-2E58-EF0F-2884BD18E8FB}"/>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D4F56F4D-480D-0467-9060-DD2DD7DBC507}"/>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1" name="Freeform: Shape 100">
            <a:extLst>
              <a:ext uri="{FF2B5EF4-FFF2-40B4-BE49-F238E27FC236}">
                <a16:creationId xmlns:a16="http://schemas.microsoft.com/office/drawing/2014/main" id="{64ADFBAC-BB4D-CB9D-2854-B7BB00D0AF1D}"/>
              </a:ext>
            </a:extLst>
          </p:cNvPr>
          <p:cNvSpPr/>
          <p:nvPr userDrawn="1"/>
        </p:nvSpPr>
        <p:spPr>
          <a:xfrm>
            <a:off x="1460974" y="5943683"/>
            <a:ext cx="1463578" cy="1006880"/>
          </a:xfrm>
          <a:custGeom>
            <a:avLst/>
            <a:gdLst>
              <a:gd name="connsiteX0" fmla="*/ 731789 w 1463578"/>
              <a:gd name="connsiteY0" fmla="*/ 0 h 1006880"/>
              <a:gd name="connsiteX1" fmla="*/ 1463578 w 1463578"/>
              <a:gd name="connsiteY1" fmla="*/ 731789 h 1006880"/>
              <a:gd name="connsiteX2" fmla="*/ 1448711 w 1463578"/>
              <a:gd name="connsiteY2" fmla="*/ 879270 h 1006880"/>
              <a:gd name="connsiteX3" fmla="*/ 1409099 w 1463578"/>
              <a:gd name="connsiteY3" fmla="*/ 1006880 h 1006880"/>
              <a:gd name="connsiteX4" fmla="*/ 54480 w 1463578"/>
              <a:gd name="connsiteY4" fmla="*/ 1006880 h 1006880"/>
              <a:gd name="connsiteX5" fmla="*/ 14867 w 1463578"/>
              <a:gd name="connsiteY5" fmla="*/ 879270 h 1006880"/>
              <a:gd name="connsiteX6" fmla="*/ 0 w 1463578"/>
              <a:gd name="connsiteY6" fmla="*/ 731789 h 1006880"/>
              <a:gd name="connsiteX7" fmla="*/ 731789 w 1463578"/>
              <a:gd name="connsiteY7" fmla="*/ 0 h 100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578" h="1006880">
                <a:moveTo>
                  <a:pt x="731789" y="0"/>
                </a:moveTo>
                <a:cubicBezTo>
                  <a:pt x="1135945" y="0"/>
                  <a:pt x="1463578" y="327633"/>
                  <a:pt x="1463578" y="731789"/>
                </a:cubicBezTo>
                <a:cubicBezTo>
                  <a:pt x="1463578" y="782309"/>
                  <a:pt x="1458459" y="831633"/>
                  <a:pt x="1448711" y="879270"/>
                </a:cubicBezTo>
                <a:lnTo>
                  <a:pt x="1409099" y="1006880"/>
                </a:lnTo>
                <a:lnTo>
                  <a:pt x="54480" y="1006880"/>
                </a:lnTo>
                <a:lnTo>
                  <a:pt x="14867" y="879270"/>
                </a:lnTo>
                <a:cubicBezTo>
                  <a:pt x="5120" y="831633"/>
                  <a:pt x="0" y="782309"/>
                  <a:pt x="0" y="731789"/>
                </a:cubicBezTo>
                <a:cubicBezTo>
                  <a:pt x="0" y="327633"/>
                  <a:pt x="327633" y="0"/>
                  <a:pt x="731789" y="0"/>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5" name="Freeform: Shape 94">
            <a:extLst>
              <a:ext uri="{FF2B5EF4-FFF2-40B4-BE49-F238E27FC236}">
                <a16:creationId xmlns:a16="http://schemas.microsoft.com/office/drawing/2014/main" id="{226E99D2-72E9-F2AA-BEC7-9EB175EEC3F5}"/>
              </a:ext>
            </a:extLst>
          </p:cNvPr>
          <p:cNvSpPr/>
          <p:nvPr userDrawn="1"/>
        </p:nvSpPr>
        <p:spPr>
          <a:xfrm>
            <a:off x="1608557" y="6091267"/>
            <a:ext cx="1168412" cy="859296"/>
          </a:xfrm>
          <a:custGeom>
            <a:avLst/>
            <a:gdLst>
              <a:gd name="connsiteX0" fmla="*/ 584206 w 1168412"/>
              <a:gd name="connsiteY0" fmla="*/ 0 h 859296"/>
              <a:gd name="connsiteX1" fmla="*/ 1168412 w 1168412"/>
              <a:gd name="connsiteY1" fmla="*/ 584205 h 859296"/>
              <a:gd name="connsiteX2" fmla="*/ 1122503 w 1168412"/>
              <a:gd name="connsiteY2" fmla="*/ 811604 h 859296"/>
              <a:gd name="connsiteX3" fmla="*/ 1096616 w 1168412"/>
              <a:gd name="connsiteY3" fmla="*/ 859296 h 859296"/>
              <a:gd name="connsiteX4" fmla="*/ 71796 w 1168412"/>
              <a:gd name="connsiteY4" fmla="*/ 859296 h 859296"/>
              <a:gd name="connsiteX5" fmla="*/ 45910 w 1168412"/>
              <a:gd name="connsiteY5" fmla="*/ 811604 h 859296"/>
              <a:gd name="connsiteX6" fmla="*/ 0 w 1168412"/>
              <a:gd name="connsiteY6" fmla="*/ 584205 h 859296"/>
              <a:gd name="connsiteX7" fmla="*/ 584206 w 1168412"/>
              <a:gd name="connsiteY7" fmla="*/ 0 h 85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8412" h="859296">
                <a:moveTo>
                  <a:pt x="584206" y="0"/>
                </a:moveTo>
                <a:cubicBezTo>
                  <a:pt x="906854" y="0"/>
                  <a:pt x="1168412" y="261557"/>
                  <a:pt x="1168412" y="584205"/>
                </a:cubicBezTo>
                <a:cubicBezTo>
                  <a:pt x="1168412" y="664867"/>
                  <a:pt x="1152065" y="741711"/>
                  <a:pt x="1122503" y="811604"/>
                </a:cubicBezTo>
                <a:lnTo>
                  <a:pt x="1096616" y="859296"/>
                </a:lnTo>
                <a:lnTo>
                  <a:pt x="71796" y="859296"/>
                </a:lnTo>
                <a:lnTo>
                  <a:pt x="45910" y="811604"/>
                </a:lnTo>
                <a:cubicBezTo>
                  <a:pt x="16348" y="741711"/>
                  <a:pt x="0" y="664867"/>
                  <a:pt x="0" y="584205"/>
                </a:cubicBezTo>
                <a:cubicBezTo>
                  <a:pt x="0" y="261557"/>
                  <a:pt x="261558" y="0"/>
                  <a:pt x="584206" y="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99B4C011-18FF-3091-7E1E-F43B5AAA826E}"/>
              </a:ext>
            </a:extLst>
          </p:cNvPr>
          <p:cNvSpPr/>
          <p:nvPr userDrawn="1"/>
        </p:nvSpPr>
        <p:spPr>
          <a:xfrm rot="16200000" flipH="1">
            <a:off x="10371539" y="-693331"/>
            <a:ext cx="1401449" cy="2513791"/>
          </a:xfrm>
          <a:custGeom>
            <a:avLst/>
            <a:gdLst>
              <a:gd name="connsiteX0" fmla="*/ 0 w 1401449"/>
              <a:gd name="connsiteY0" fmla="*/ 54540 h 2513791"/>
              <a:gd name="connsiteX1" fmla="*/ 1 w 1401449"/>
              <a:gd name="connsiteY1" fmla="*/ 2513791 h 2513791"/>
              <a:gd name="connsiteX2" fmla="*/ 1401449 w 1401449"/>
              <a:gd name="connsiteY2" fmla="*/ 2513791 h 2513791"/>
              <a:gd name="connsiteX3" fmla="*/ 1401449 w 1401449"/>
              <a:gd name="connsiteY3" fmla="*/ 1078927 h 2513791"/>
              <a:gd name="connsiteX4" fmla="*/ 322524 w 1401449"/>
              <a:gd name="connsiteY4" fmla="*/ 0 h 2513791"/>
              <a:gd name="connsiteX5" fmla="*/ 105083 w 1401449"/>
              <a:gd name="connsiteY5" fmla="*/ 21921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1449" h="2513791">
                <a:moveTo>
                  <a:pt x="0" y="54540"/>
                </a:moveTo>
                <a:lnTo>
                  <a:pt x="1" y="2513791"/>
                </a:lnTo>
                <a:lnTo>
                  <a:pt x="1401449" y="2513791"/>
                </a:lnTo>
                <a:lnTo>
                  <a:pt x="1401449" y="1078927"/>
                </a:lnTo>
                <a:cubicBezTo>
                  <a:pt x="1401449" y="483053"/>
                  <a:pt x="918398" y="0"/>
                  <a:pt x="322524" y="0"/>
                </a:cubicBezTo>
                <a:cubicBezTo>
                  <a:pt x="248040" y="0"/>
                  <a:pt x="175318" y="7549"/>
                  <a:pt x="105083" y="2192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7F0ED1AA-4E81-33A0-97ED-1A839FBA1BC1}"/>
              </a:ext>
            </a:extLst>
          </p:cNvPr>
          <p:cNvSpPr/>
          <p:nvPr userDrawn="1"/>
        </p:nvSpPr>
        <p:spPr>
          <a:xfrm rot="16200000" flipH="1">
            <a:off x="10534309" y="-672227"/>
            <a:ext cx="1259783" cy="2329918"/>
          </a:xfrm>
          <a:custGeom>
            <a:avLst/>
            <a:gdLst>
              <a:gd name="connsiteX0" fmla="*/ 0 w 1259783"/>
              <a:gd name="connsiteY0" fmla="*/ 60524 h 2329918"/>
              <a:gd name="connsiteX1" fmla="*/ 0 w 1259783"/>
              <a:gd name="connsiteY1" fmla="*/ 2329918 h 2329918"/>
              <a:gd name="connsiteX2" fmla="*/ 1259783 w 1259783"/>
              <a:gd name="connsiteY2" fmla="*/ 2329918 h 2329918"/>
              <a:gd name="connsiteX3" fmla="*/ 1259783 w 1259783"/>
              <a:gd name="connsiteY3" fmla="*/ 937260 h 2329918"/>
              <a:gd name="connsiteX4" fmla="*/ 322523 w 1259783"/>
              <a:gd name="connsiteY4" fmla="*/ 0 h 2329918"/>
              <a:gd name="connsiteX5" fmla="*/ 133633 w 1259783"/>
              <a:gd name="connsiteY5" fmla="*/ 19042 h 2329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9783" h="2329918">
                <a:moveTo>
                  <a:pt x="0" y="60524"/>
                </a:moveTo>
                <a:lnTo>
                  <a:pt x="0" y="2329918"/>
                </a:lnTo>
                <a:lnTo>
                  <a:pt x="1259783" y="2329918"/>
                </a:lnTo>
                <a:lnTo>
                  <a:pt x="1259783" y="937260"/>
                </a:lnTo>
                <a:cubicBezTo>
                  <a:pt x="1259783" y="419626"/>
                  <a:pt x="840157" y="0"/>
                  <a:pt x="322523" y="0"/>
                </a:cubicBezTo>
                <a:cubicBezTo>
                  <a:pt x="257819" y="0"/>
                  <a:pt x="194646" y="6557"/>
                  <a:pt x="133633" y="19042"/>
                </a:cubicBez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F0ED9947-66E3-8083-7B8C-48AA4A485116}"/>
              </a:ext>
            </a:extLst>
          </p:cNvPr>
          <p:cNvSpPr/>
          <p:nvPr userDrawn="1"/>
        </p:nvSpPr>
        <p:spPr>
          <a:xfrm rot="16200000" flipH="1">
            <a:off x="9993338" y="1091169"/>
            <a:ext cx="2157850" cy="2513790"/>
          </a:xfrm>
          <a:custGeom>
            <a:avLst/>
            <a:gdLst>
              <a:gd name="connsiteX0" fmla="*/ 0 w 2157850"/>
              <a:gd name="connsiteY0" fmla="*/ 1078925 h 2513790"/>
              <a:gd name="connsiteX1" fmla="*/ 0 w 2157850"/>
              <a:gd name="connsiteY1" fmla="*/ 2513790 h 2513790"/>
              <a:gd name="connsiteX2" fmla="*/ 2157850 w 2157850"/>
              <a:gd name="connsiteY2" fmla="*/ 2513790 h 2513790"/>
              <a:gd name="connsiteX3" fmla="*/ 2157850 w 2157850"/>
              <a:gd name="connsiteY3" fmla="*/ 1078925 h 2513790"/>
              <a:gd name="connsiteX4" fmla="*/ 1078925 w 2157850"/>
              <a:gd name="connsiteY4" fmla="*/ 0 h 2513790"/>
              <a:gd name="connsiteX5" fmla="*/ 0 w 2157850"/>
              <a:gd name="connsiteY5" fmla="*/ 1078925 h 251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2513790">
                <a:moveTo>
                  <a:pt x="0" y="1078925"/>
                </a:moveTo>
                <a:lnTo>
                  <a:pt x="0" y="2513790"/>
                </a:lnTo>
                <a:lnTo>
                  <a:pt x="2157850" y="2513790"/>
                </a:lnTo>
                <a:lnTo>
                  <a:pt x="2157850" y="1078925"/>
                </a:lnTo>
                <a:cubicBezTo>
                  <a:pt x="2157850" y="483051"/>
                  <a:pt x="1674799" y="0"/>
                  <a:pt x="1078925" y="0"/>
                </a:cubicBezTo>
                <a:cubicBezTo>
                  <a:pt x="483051" y="0"/>
                  <a:pt x="0" y="483051"/>
                  <a:pt x="0" y="1078925"/>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8D355EFB-3511-B1BB-782C-6ECE6A7DF7F4}"/>
              </a:ext>
            </a:extLst>
          </p:cNvPr>
          <p:cNvSpPr/>
          <p:nvPr userDrawn="1"/>
        </p:nvSpPr>
        <p:spPr>
          <a:xfrm rot="16200000" flipH="1">
            <a:off x="10226938" y="1183104"/>
            <a:ext cx="1874520" cy="2329921"/>
          </a:xfrm>
          <a:custGeom>
            <a:avLst/>
            <a:gdLst>
              <a:gd name="connsiteX0" fmla="*/ 0 w 1874520"/>
              <a:gd name="connsiteY0" fmla="*/ 937261 h 2329921"/>
              <a:gd name="connsiteX1" fmla="*/ 0 w 1874520"/>
              <a:gd name="connsiteY1" fmla="*/ 2329921 h 2329921"/>
              <a:gd name="connsiteX2" fmla="*/ 1874520 w 1874520"/>
              <a:gd name="connsiteY2" fmla="*/ 2329921 h 2329921"/>
              <a:gd name="connsiteX3" fmla="*/ 1874520 w 1874520"/>
              <a:gd name="connsiteY3" fmla="*/ 937261 h 2329921"/>
              <a:gd name="connsiteX4" fmla="*/ 937260 w 1874520"/>
              <a:gd name="connsiteY4" fmla="*/ 0 h 2329921"/>
              <a:gd name="connsiteX5" fmla="*/ 0 w 1874520"/>
              <a:gd name="connsiteY5" fmla="*/ 937261 h 23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2329921">
                <a:moveTo>
                  <a:pt x="0" y="937261"/>
                </a:moveTo>
                <a:lnTo>
                  <a:pt x="0" y="2329921"/>
                </a:lnTo>
                <a:lnTo>
                  <a:pt x="1874520" y="2329921"/>
                </a:lnTo>
                <a:lnTo>
                  <a:pt x="1874520" y="937261"/>
                </a:lnTo>
                <a:cubicBezTo>
                  <a:pt x="1874520" y="419627"/>
                  <a:pt x="1454894" y="0"/>
                  <a:pt x="937260" y="0"/>
                </a:cubicBezTo>
                <a:cubicBezTo>
                  <a:pt x="419626" y="0"/>
                  <a:pt x="0" y="419627"/>
                  <a:pt x="0" y="937261"/>
                </a:cubicBez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764A9EB9-C9BD-733F-594A-958DCDC7E74A}"/>
              </a:ext>
            </a:extLst>
          </p:cNvPr>
          <p:cNvSpPr/>
          <p:nvPr userDrawn="1"/>
        </p:nvSpPr>
        <p:spPr>
          <a:xfrm rot="16200000" flipH="1">
            <a:off x="9993337" y="3253867"/>
            <a:ext cx="2157850" cy="2513791"/>
          </a:xfrm>
          <a:custGeom>
            <a:avLst/>
            <a:gdLst>
              <a:gd name="connsiteX0" fmla="*/ 0 w 2157850"/>
              <a:gd name="connsiteY0" fmla="*/ 1078925 h 2513791"/>
              <a:gd name="connsiteX1" fmla="*/ 0 w 2157850"/>
              <a:gd name="connsiteY1" fmla="*/ 2513791 h 2513791"/>
              <a:gd name="connsiteX2" fmla="*/ 2157849 w 2157850"/>
              <a:gd name="connsiteY2" fmla="*/ 2513791 h 2513791"/>
              <a:gd name="connsiteX3" fmla="*/ 2157850 w 2157850"/>
              <a:gd name="connsiteY3" fmla="*/ 1078925 h 2513791"/>
              <a:gd name="connsiteX4" fmla="*/ 1078925 w 2157850"/>
              <a:gd name="connsiteY4" fmla="*/ 0 h 2513791"/>
              <a:gd name="connsiteX5" fmla="*/ 0 w 2157850"/>
              <a:gd name="connsiteY5" fmla="*/ 1078925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2513791">
                <a:moveTo>
                  <a:pt x="0" y="1078925"/>
                </a:moveTo>
                <a:lnTo>
                  <a:pt x="0" y="2513791"/>
                </a:lnTo>
                <a:lnTo>
                  <a:pt x="2157849" y="2513791"/>
                </a:lnTo>
                <a:lnTo>
                  <a:pt x="2157850" y="1078925"/>
                </a:lnTo>
                <a:cubicBezTo>
                  <a:pt x="2157850" y="483051"/>
                  <a:pt x="1674799" y="0"/>
                  <a:pt x="1078925" y="0"/>
                </a:cubicBezTo>
                <a:cubicBezTo>
                  <a:pt x="483051" y="0"/>
                  <a:pt x="0" y="483051"/>
                  <a:pt x="0" y="1078925"/>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E55F5709-B4D2-CF3D-86F7-86AA187699F2}"/>
              </a:ext>
            </a:extLst>
          </p:cNvPr>
          <p:cNvSpPr/>
          <p:nvPr userDrawn="1"/>
        </p:nvSpPr>
        <p:spPr>
          <a:xfrm rot="16200000" flipH="1">
            <a:off x="10226939" y="3345802"/>
            <a:ext cx="1874520" cy="2329920"/>
          </a:xfrm>
          <a:custGeom>
            <a:avLst/>
            <a:gdLst>
              <a:gd name="connsiteX0" fmla="*/ 0 w 1874520"/>
              <a:gd name="connsiteY0" fmla="*/ 937260 h 2329920"/>
              <a:gd name="connsiteX1" fmla="*/ 0 w 1874520"/>
              <a:gd name="connsiteY1" fmla="*/ 2329920 h 2329920"/>
              <a:gd name="connsiteX2" fmla="*/ 1874519 w 1874520"/>
              <a:gd name="connsiteY2" fmla="*/ 2329919 h 2329920"/>
              <a:gd name="connsiteX3" fmla="*/ 1874520 w 1874520"/>
              <a:gd name="connsiteY3" fmla="*/ 937259 h 2329920"/>
              <a:gd name="connsiteX4" fmla="*/ 937260 w 1874520"/>
              <a:gd name="connsiteY4" fmla="*/ 0 h 2329920"/>
              <a:gd name="connsiteX5" fmla="*/ 0 w 1874520"/>
              <a:gd name="connsiteY5" fmla="*/ 93726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2329920">
                <a:moveTo>
                  <a:pt x="0" y="937260"/>
                </a:moveTo>
                <a:lnTo>
                  <a:pt x="0" y="2329920"/>
                </a:lnTo>
                <a:lnTo>
                  <a:pt x="1874519" y="2329919"/>
                </a:lnTo>
                <a:lnTo>
                  <a:pt x="1874520" y="937259"/>
                </a:lnTo>
                <a:cubicBezTo>
                  <a:pt x="1874520" y="419625"/>
                  <a:pt x="1454894" y="0"/>
                  <a:pt x="937260" y="0"/>
                </a:cubicBezTo>
                <a:cubicBezTo>
                  <a:pt x="419626" y="0"/>
                  <a:pt x="0" y="419626"/>
                  <a:pt x="0" y="937260"/>
                </a:cubicBez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9" name="Freeform: Shape 108">
            <a:extLst>
              <a:ext uri="{FF2B5EF4-FFF2-40B4-BE49-F238E27FC236}">
                <a16:creationId xmlns:a16="http://schemas.microsoft.com/office/drawing/2014/main" id="{D6245E6D-B8CB-238D-FD66-7077B9BC9013}"/>
              </a:ext>
            </a:extLst>
          </p:cNvPr>
          <p:cNvSpPr/>
          <p:nvPr userDrawn="1"/>
        </p:nvSpPr>
        <p:spPr>
          <a:xfrm rot="16200000" flipH="1">
            <a:off x="10393838" y="5015243"/>
            <a:ext cx="1356848" cy="2513793"/>
          </a:xfrm>
          <a:custGeom>
            <a:avLst/>
            <a:gdLst>
              <a:gd name="connsiteX0" fmla="*/ 0 w 1356848"/>
              <a:gd name="connsiteY0" fmla="*/ 1078927 h 2513793"/>
              <a:gd name="connsiteX1" fmla="*/ 0 w 1356848"/>
              <a:gd name="connsiteY1" fmla="*/ 2513793 h 2513793"/>
              <a:gd name="connsiteX2" fmla="*/ 1356848 w 1356848"/>
              <a:gd name="connsiteY2" fmla="*/ 2513793 h 2513793"/>
              <a:gd name="connsiteX3" fmla="*/ 1356848 w 1356848"/>
              <a:gd name="connsiteY3" fmla="*/ 40696 h 2513793"/>
              <a:gd name="connsiteX4" fmla="*/ 1296366 w 1356848"/>
              <a:gd name="connsiteY4" fmla="*/ 21921 h 2513793"/>
              <a:gd name="connsiteX5" fmla="*/ 1078925 w 1356848"/>
              <a:gd name="connsiteY5" fmla="*/ 0 h 2513793"/>
              <a:gd name="connsiteX6" fmla="*/ 0 w 1356848"/>
              <a:gd name="connsiteY6" fmla="*/ 1078927 h 25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6848" h="2513793">
                <a:moveTo>
                  <a:pt x="0" y="1078927"/>
                </a:moveTo>
                <a:lnTo>
                  <a:pt x="0" y="2513793"/>
                </a:lnTo>
                <a:lnTo>
                  <a:pt x="1356848" y="2513793"/>
                </a:lnTo>
                <a:lnTo>
                  <a:pt x="1356848" y="40696"/>
                </a:lnTo>
                <a:lnTo>
                  <a:pt x="1296366" y="21921"/>
                </a:lnTo>
                <a:cubicBezTo>
                  <a:pt x="1226131" y="7549"/>
                  <a:pt x="1153410" y="0"/>
                  <a:pt x="1078925" y="0"/>
                </a:cubicBezTo>
                <a:cubicBezTo>
                  <a:pt x="483051" y="0"/>
                  <a:pt x="0" y="483053"/>
                  <a:pt x="0" y="1078927"/>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7" name="Freeform: Shape 106">
            <a:extLst>
              <a:ext uri="{FF2B5EF4-FFF2-40B4-BE49-F238E27FC236}">
                <a16:creationId xmlns:a16="http://schemas.microsoft.com/office/drawing/2014/main" id="{CDFC1442-767E-8FA4-7EEA-671CF670863C}"/>
              </a:ext>
            </a:extLst>
          </p:cNvPr>
          <p:cNvSpPr/>
          <p:nvPr userDrawn="1"/>
        </p:nvSpPr>
        <p:spPr>
          <a:xfrm rot="16200000" flipH="1">
            <a:off x="10556608" y="5178011"/>
            <a:ext cx="1215183" cy="2329920"/>
          </a:xfrm>
          <a:custGeom>
            <a:avLst/>
            <a:gdLst>
              <a:gd name="connsiteX0" fmla="*/ 0 w 1215183"/>
              <a:gd name="connsiteY0" fmla="*/ 937260 h 2329920"/>
              <a:gd name="connsiteX1" fmla="*/ 0 w 1215183"/>
              <a:gd name="connsiteY1" fmla="*/ 2329920 h 2329920"/>
              <a:gd name="connsiteX2" fmla="*/ 1215183 w 1215183"/>
              <a:gd name="connsiteY2" fmla="*/ 2329920 h 2329920"/>
              <a:gd name="connsiteX3" fmla="*/ 1215183 w 1215183"/>
              <a:gd name="connsiteY3" fmla="*/ 46679 h 2329920"/>
              <a:gd name="connsiteX4" fmla="*/ 1126151 w 1215183"/>
              <a:gd name="connsiteY4" fmla="*/ 19042 h 2329920"/>
              <a:gd name="connsiteX5" fmla="*/ 937260 w 1215183"/>
              <a:gd name="connsiteY5" fmla="*/ 0 h 2329920"/>
              <a:gd name="connsiteX6" fmla="*/ 0 w 1215183"/>
              <a:gd name="connsiteY6" fmla="*/ 93726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183" h="2329920">
                <a:moveTo>
                  <a:pt x="0" y="937260"/>
                </a:moveTo>
                <a:lnTo>
                  <a:pt x="0" y="2329920"/>
                </a:lnTo>
                <a:lnTo>
                  <a:pt x="1215183" y="2329920"/>
                </a:lnTo>
                <a:lnTo>
                  <a:pt x="1215183" y="46679"/>
                </a:lnTo>
                <a:lnTo>
                  <a:pt x="1126151" y="19042"/>
                </a:lnTo>
                <a:cubicBezTo>
                  <a:pt x="1065137" y="6557"/>
                  <a:pt x="1001965" y="0"/>
                  <a:pt x="937260" y="0"/>
                </a:cubicBezTo>
                <a:cubicBezTo>
                  <a:pt x="419626" y="0"/>
                  <a:pt x="0" y="419626"/>
                  <a:pt x="0" y="937260"/>
                </a:cubicBez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2" name="Group 61">
            <a:extLst>
              <a:ext uri="{FF2B5EF4-FFF2-40B4-BE49-F238E27FC236}">
                <a16:creationId xmlns:a16="http://schemas.microsoft.com/office/drawing/2014/main" id="{2EEFE600-B9F6-8876-7B8C-6D397E09C82F}"/>
              </a:ext>
            </a:extLst>
          </p:cNvPr>
          <p:cNvGrpSpPr/>
          <p:nvPr userDrawn="1"/>
        </p:nvGrpSpPr>
        <p:grpSpPr>
          <a:xfrm flipH="1">
            <a:off x="9267448" y="1614261"/>
            <a:ext cx="1463578" cy="1463578"/>
            <a:chOff x="6132575" y="1705337"/>
            <a:chExt cx="3494544" cy="3494544"/>
          </a:xfrm>
        </p:grpSpPr>
        <p:sp>
          <p:nvSpPr>
            <p:cNvPr id="72" name="Oval 71">
              <a:extLst>
                <a:ext uri="{FF2B5EF4-FFF2-40B4-BE49-F238E27FC236}">
                  <a16:creationId xmlns:a16="http://schemas.microsoft.com/office/drawing/2014/main" id="{1F18B9DF-7E96-76E8-4D65-82681A02E014}"/>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412355F4-A949-F09C-38B7-B63738D70A9D}"/>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9" name="Freeform: Shape 88">
            <a:extLst>
              <a:ext uri="{FF2B5EF4-FFF2-40B4-BE49-F238E27FC236}">
                <a16:creationId xmlns:a16="http://schemas.microsoft.com/office/drawing/2014/main" id="{B358B5C6-C6B2-9398-711A-07C8BD3E0414}"/>
              </a:ext>
            </a:extLst>
          </p:cNvPr>
          <p:cNvSpPr/>
          <p:nvPr userDrawn="1"/>
        </p:nvSpPr>
        <p:spPr>
          <a:xfrm flipH="1">
            <a:off x="9267448" y="-137159"/>
            <a:ext cx="1463578" cy="1052298"/>
          </a:xfrm>
          <a:custGeom>
            <a:avLst/>
            <a:gdLst>
              <a:gd name="connsiteX0" fmla="*/ 1386713 w 1463578"/>
              <a:gd name="connsiteY0" fmla="*/ 0 h 1052298"/>
              <a:gd name="connsiteX1" fmla="*/ 76865 w 1463578"/>
              <a:gd name="connsiteY1" fmla="*/ 0 h 1052298"/>
              <a:gd name="connsiteX2" fmla="*/ 57508 w 1463578"/>
              <a:gd name="connsiteY2" fmla="*/ 35664 h 1052298"/>
              <a:gd name="connsiteX3" fmla="*/ 0 w 1463578"/>
              <a:gd name="connsiteY3" fmla="*/ 320509 h 1052298"/>
              <a:gd name="connsiteX4" fmla="*/ 731789 w 1463578"/>
              <a:gd name="connsiteY4" fmla="*/ 1052298 h 1052298"/>
              <a:gd name="connsiteX5" fmla="*/ 1463578 w 1463578"/>
              <a:gd name="connsiteY5" fmla="*/ 320509 h 1052298"/>
              <a:gd name="connsiteX6" fmla="*/ 1406070 w 1463578"/>
              <a:gd name="connsiteY6" fmla="*/ 35664 h 105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578" h="1052298">
                <a:moveTo>
                  <a:pt x="1386713" y="0"/>
                </a:moveTo>
                <a:lnTo>
                  <a:pt x="76865" y="0"/>
                </a:lnTo>
                <a:lnTo>
                  <a:pt x="57508" y="35664"/>
                </a:lnTo>
                <a:cubicBezTo>
                  <a:pt x="20477" y="123214"/>
                  <a:pt x="0" y="219470"/>
                  <a:pt x="0" y="320509"/>
                </a:cubicBezTo>
                <a:cubicBezTo>
                  <a:pt x="0" y="724665"/>
                  <a:pt x="327633" y="1052298"/>
                  <a:pt x="731789" y="1052298"/>
                </a:cubicBezTo>
                <a:cubicBezTo>
                  <a:pt x="1135945" y="1052298"/>
                  <a:pt x="1463578" y="724665"/>
                  <a:pt x="1463578" y="320509"/>
                </a:cubicBezTo>
                <a:cubicBezTo>
                  <a:pt x="1463578" y="219470"/>
                  <a:pt x="1443101" y="123214"/>
                  <a:pt x="1406070" y="35664"/>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259AA91B-283A-B7C1-267E-FB04D147A0FF}"/>
              </a:ext>
            </a:extLst>
          </p:cNvPr>
          <p:cNvSpPr/>
          <p:nvPr userDrawn="1"/>
        </p:nvSpPr>
        <p:spPr>
          <a:xfrm flipH="1">
            <a:off x="9415031" y="-137159"/>
            <a:ext cx="1168412" cy="904714"/>
          </a:xfrm>
          <a:custGeom>
            <a:avLst/>
            <a:gdLst>
              <a:gd name="connsiteX0" fmla="*/ 1071964 w 1168412"/>
              <a:gd name="connsiteY0" fmla="*/ 0 h 904714"/>
              <a:gd name="connsiteX1" fmla="*/ 96448 w 1168412"/>
              <a:gd name="connsiteY1" fmla="*/ 0 h 904714"/>
              <a:gd name="connsiteX2" fmla="*/ 45910 w 1168412"/>
              <a:gd name="connsiteY2" fmla="*/ 93110 h 904714"/>
              <a:gd name="connsiteX3" fmla="*/ 0 w 1168412"/>
              <a:gd name="connsiteY3" fmla="*/ 320509 h 904714"/>
              <a:gd name="connsiteX4" fmla="*/ 584206 w 1168412"/>
              <a:gd name="connsiteY4" fmla="*/ 904714 h 904714"/>
              <a:gd name="connsiteX5" fmla="*/ 1168412 w 1168412"/>
              <a:gd name="connsiteY5" fmla="*/ 320509 h 904714"/>
              <a:gd name="connsiteX6" fmla="*/ 1122502 w 1168412"/>
              <a:gd name="connsiteY6" fmla="*/ 93110 h 9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8412" h="904714">
                <a:moveTo>
                  <a:pt x="1071964" y="0"/>
                </a:moveTo>
                <a:lnTo>
                  <a:pt x="96448" y="0"/>
                </a:lnTo>
                <a:lnTo>
                  <a:pt x="45910" y="93110"/>
                </a:lnTo>
                <a:cubicBezTo>
                  <a:pt x="16347" y="163003"/>
                  <a:pt x="0" y="239847"/>
                  <a:pt x="0" y="320509"/>
                </a:cubicBezTo>
                <a:cubicBezTo>
                  <a:pt x="0" y="643157"/>
                  <a:pt x="261558" y="904714"/>
                  <a:pt x="584206" y="904714"/>
                </a:cubicBezTo>
                <a:cubicBezTo>
                  <a:pt x="906854" y="904714"/>
                  <a:pt x="1168412" y="643157"/>
                  <a:pt x="1168412" y="320509"/>
                </a:cubicBezTo>
                <a:cubicBezTo>
                  <a:pt x="1168412" y="239847"/>
                  <a:pt x="1152065" y="163003"/>
                  <a:pt x="1122502" y="9311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4" name="Group 63">
            <a:extLst>
              <a:ext uri="{FF2B5EF4-FFF2-40B4-BE49-F238E27FC236}">
                <a16:creationId xmlns:a16="http://schemas.microsoft.com/office/drawing/2014/main" id="{ABF087B6-5AEA-5FEA-3A76-7408DBF87348}"/>
              </a:ext>
            </a:extLst>
          </p:cNvPr>
          <p:cNvGrpSpPr/>
          <p:nvPr userDrawn="1"/>
        </p:nvGrpSpPr>
        <p:grpSpPr>
          <a:xfrm flipH="1">
            <a:off x="9267448" y="3776959"/>
            <a:ext cx="1463578" cy="1463578"/>
            <a:chOff x="6132575" y="1705337"/>
            <a:chExt cx="3494544" cy="3494544"/>
          </a:xfrm>
        </p:grpSpPr>
        <p:sp>
          <p:nvSpPr>
            <p:cNvPr id="68" name="Oval 67">
              <a:extLst>
                <a:ext uri="{FF2B5EF4-FFF2-40B4-BE49-F238E27FC236}">
                  <a16:creationId xmlns:a16="http://schemas.microsoft.com/office/drawing/2014/main" id="{39BF98F9-6B40-A3A7-99A5-2ADF8305690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382810DB-C073-FCC3-EB88-EE9AFAE296D4}"/>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5" name="Freeform: Shape 104">
            <a:extLst>
              <a:ext uri="{FF2B5EF4-FFF2-40B4-BE49-F238E27FC236}">
                <a16:creationId xmlns:a16="http://schemas.microsoft.com/office/drawing/2014/main" id="{91D6584D-4941-51FC-165D-BA49B5929947}"/>
              </a:ext>
            </a:extLst>
          </p:cNvPr>
          <p:cNvSpPr/>
          <p:nvPr userDrawn="1"/>
        </p:nvSpPr>
        <p:spPr>
          <a:xfrm flipH="1">
            <a:off x="9267448" y="5943685"/>
            <a:ext cx="1463578" cy="1006879"/>
          </a:xfrm>
          <a:custGeom>
            <a:avLst/>
            <a:gdLst>
              <a:gd name="connsiteX0" fmla="*/ 731789 w 1463578"/>
              <a:gd name="connsiteY0" fmla="*/ 0 h 1006879"/>
              <a:gd name="connsiteX1" fmla="*/ 0 w 1463578"/>
              <a:gd name="connsiteY1" fmla="*/ 731789 h 1006879"/>
              <a:gd name="connsiteX2" fmla="*/ 14867 w 1463578"/>
              <a:gd name="connsiteY2" fmla="*/ 879270 h 1006879"/>
              <a:gd name="connsiteX3" fmla="*/ 54479 w 1463578"/>
              <a:gd name="connsiteY3" fmla="*/ 1006879 h 1006879"/>
              <a:gd name="connsiteX4" fmla="*/ 1409099 w 1463578"/>
              <a:gd name="connsiteY4" fmla="*/ 1006879 h 1006879"/>
              <a:gd name="connsiteX5" fmla="*/ 1448711 w 1463578"/>
              <a:gd name="connsiteY5" fmla="*/ 879270 h 1006879"/>
              <a:gd name="connsiteX6" fmla="*/ 1463578 w 1463578"/>
              <a:gd name="connsiteY6" fmla="*/ 731789 h 1006879"/>
              <a:gd name="connsiteX7" fmla="*/ 731789 w 1463578"/>
              <a:gd name="connsiteY7" fmla="*/ 0 h 100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578" h="1006879">
                <a:moveTo>
                  <a:pt x="731789" y="0"/>
                </a:moveTo>
                <a:cubicBezTo>
                  <a:pt x="327633" y="0"/>
                  <a:pt x="0" y="327633"/>
                  <a:pt x="0" y="731789"/>
                </a:cubicBezTo>
                <a:cubicBezTo>
                  <a:pt x="0" y="782309"/>
                  <a:pt x="5119" y="831633"/>
                  <a:pt x="14867" y="879270"/>
                </a:cubicBezTo>
                <a:lnTo>
                  <a:pt x="54479" y="1006879"/>
                </a:lnTo>
                <a:lnTo>
                  <a:pt x="1409099" y="1006879"/>
                </a:lnTo>
                <a:lnTo>
                  <a:pt x="1448711" y="879270"/>
                </a:lnTo>
                <a:cubicBezTo>
                  <a:pt x="1458459" y="831633"/>
                  <a:pt x="1463578" y="782309"/>
                  <a:pt x="1463578" y="731789"/>
                </a:cubicBezTo>
                <a:cubicBezTo>
                  <a:pt x="1463578" y="327633"/>
                  <a:pt x="1135945" y="0"/>
                  <a:pt x="731789" y="0"/>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3" name="Freeform: Shape 102">
            <a:extLst>
              <a:ext uri="{FF2B5EF4-FFF2-40B4-BE49-F238E27FC236}">
                <a16:creationId xmlns:a16="http://schemas.microsoft.com/office/drawing/2014/main" id="{A98F5D52-AAB3-C062-E9E1-B619845DF7A3}"/>
              </a:ext>
            </a:extLst>
          </p:cNvPr>
          <p:cNvSpPr/>
          <p:nvPr userDrawn="1"/>
        </p:nvSpPr>
        <p:spPr>
          <a:xfrm flipH="1">
            <a:off x="9415031" y="6091269"/>
            <a:ext cx="1168412" cy="859295"/>
          </a:xfrm>
          <a:custGeom>
            <a:avLst/>
            <a:gdLst>
              <a:gd name="connsiteX0" fmla="*/ 584206 w 1168412"/>
              <a:gd name="connsiteY0" fmla="*/ 0 h 859295"/>
              <a:gd name="connsiteX1" fmla="*/ 0 w 1168412"/>
              <a:gd name="connsiteY1" fmla="*/ 584205 h 859295"/>
              <a:gd name="connsiteX2" fmla="*/ 45910 w 1168412"/>
              <a:gd name="connsiteY2" fmla="*/ 811604 h 859295"/>
              <a:gd name="connsiteX3" fmla="*/ 71795 w 1168412"/>
              <a:gd name="connsiteY3" fmla="*/ 859295 h 859295"/>
              <a:gd name="connsiteX4" fmla="*/ 1096616 w 1168412"/>
              <a:gd name="connsiteY4" fmla="*/ 859295 h 859295"/>
              <a:gd name="connsiteX5" fmla="*/ 1122502 w 1168412"/>
              <a:gd name="connsiteY5" fmla="*/ 811604 h 859295"/>
              <a:gd name="connsiteX6" fmla="*/ 1168412 w 1168412"/>
              <a:gd name="connsiteY6" fmla="*/ 584205 h 859295"/>
              <a:gd name="connsiteX7" fmla="*/ 584206 w 1168412"/>
              <a:gd name="connsiteY7" fmla="*/ 0 h 85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8412" h="859295">
                <a:moveTo>
                  <a:pt x="584206" y="0"/>
                </a:moveTo>
                <a:cubicBezTo>
                  <a:pt x="261558" y="0"/>
                  <a:pt x="0" y="261557"/>
                  <a:pt x="0" y="584205"/>
                </a:cubicBezTo>
                <a:cubicBezTo>
                  <a:pt x="0" y="664867"/>
                  <a:pt x="16347" y="741711"/>
                  <a:pt x="45910" y="811604"/>
                </a:cubicBezTo>
                <a:lnTo>
                  <a:pt x="71795" y="859295"/>
                </a:lnTo>
                <a:lnTo>
                  <a:pt x="1096616" y="859295"/>
                </a:lnTo>
                <a:lnTo>
                  <a:pt x="1122502" y="811604"/>
                </a:lnTo>
                <a:cubicBezTo>
                  <a:pt x="1152065" y="741711"/>
                  <a:pt x="1168412" y="664867"/>
                  <a:pt x="1168412" y="584205"/>
                </a:cubicBezTo>
                <a:cubicBezTo>
                  <a:pt x="1168412" y="261557"/>
                  <a:pt x="906854" y="0"/>
                  <a:pt x="584206" y="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53829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E3E706-5D5F-97F2-1290-CD23D05AE861}"/>
              </a:ext>
            </a:extLst>
          </p:cNvPr>
          <p:cNvSpPr>
            <a:spLocks noGrp="1"/>
          </p:cNvSpPr>
          <p:nvPr>
            <p:ph type="title"/>
          </p:nvPr>
        </p:nvSpPr>
        <p:spPr>
          <a:xfrm>
            <a:off x="585216" y="539496"/>
            <a:ext cx="11000232" cy="71323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40C735-6DC7-2177-435E-56719940A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Rounded Corners 7">
            <a:extLst>
              <a:ext uri="{FF2B5EF4-FFF2-40B4-BE49-F238E27FC236}">
                <a16:creationId xmlns:a16="http://schemas.microsoft.com/office/drawing/2014/main" id="{8DD796EB-0966-0C64-68CF-F47F347EA7AD}"/>
              </a:ext>
            </a:extLst>
          </p:cNvPr>
          <p:cNvSpPr/>
          <p:nvPr userDrawn="1"/>
        </p:nvSpPr>
        <p:spPr>
          <a:xfrm>
            <a:off x="431292" y="6176964"/>
            <a:ext cx="11329416" cy="338328"/>
          </a:xfrm>
          <a:prstGeom prst="roundRect">
            <a:avLst>
              <a:gd name="adj" fmla="val 50000"/>
            </a:avLst>
          </a:prstGeom>
          <a:solidFill>
            <a:schemeClr val="accent1"/>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12" name="Date Placeholder 3">
            <a:extLst>
              <a:ext uri="{FF2B5EF4-FFF2-40B4-BE49-F238E27FC236}">
                <a16:creationId xmlns:a16="http://schemas.microsoft.com/office/drawing/2014/main" id="{6E6FA156-B4B7-E918-D662-579517ADF189}"/>
              </a:ext>
            </a:extLst>
          </p:cNvPr>
          <p:cNvSpPr>
            <a:spLocks noGrp="1"/>
          </p:cNvSpPr>
          <p:nvPr>
            <p:ph type="dt" sz="half" idx="2"/>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13" name="Slide Number Placeholder 5">
            <a:extLst>
              <a:ext uri="{FF2B5EF4-FFF2-40B4-BE49-F238E27FC236}">
                <a16:creationId xmlns:a16="http://schemas.microsoft.com/office/drawing/2014/main" id="{68DDA655-D77D-CCB0-B92E-87BD91AE747A}"/>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4" name="Footer Placeholder 4">
            <a:extLst>
              <a:ext uri="{FF2B5EF4-FFF2-40B4-BE49-F238E27FC236}">
                <a16:creationId xmlns:a16="http://schemas.microsoft.com/office/drawing/2014/main" id="{868E3E3B-215E-1CDC-FF91-CDE67EC09366}"/>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Tree>
    <p:extLst>
      <p:ext uri="{BB962C8B-B14F-4D97-AF65-F5344CB8AC3E}">
        <p14:creationId xmlns:p14="http://schemas.microsoft.com/office/powerpoint/2010/main" val="2107690247"/>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51" r:id="rId3"/>
    <p:sldLayoutId id="2147483675" r:id="rId4"/>
    <p:sldLayoutId id="2147483660" r:id="rId5"/>
    <p:sldLayoutId id="2147483676" r:id="rId6"/>
    <p:sldLayoutId id="2147483653" r:id="rId7"/>
    <p:sldLayoutId id="2147483652" r:id="rId8"/>
    <p:sldLayoutId id="2147483671" r:id="rId9"/>
    <p:sldLayoutId id="2147483661" r:id="rId10"/>
    <p:sldLayoutId id="2147483672" r:id="rId11"/>
    <p:sldLayoutId id="2147483670" r:id="rId12"/>
    <p:sldLayoutId id="2147483668"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lnSpc>
          <a:spcPct val="90000"/>
        </a:lnSpc>
        <a:spcBef>
          <a:spcPct val="0"/>
        </a:spcBef>
        <a:buNone/>
        <a:defRPr sz="4000" kern="1200" cap="all"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Georgia Pro" panose="02040502050405020303"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Georgia Pro" panose="02040502050405020303"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Georgia Pro" panose="02040502050405020303"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Georgia Pro" panose="02040502050405020303" pitchFamily="18"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Georgia Pro" panose="02040502050405020303"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E61C57-EAF6-EF33-0187-6B487391854D}"/>
              </a:ext>
            </a:extLst>
          </p:cNvPr>
          <p:cNvSpPr/>
          <p:nvPr/>
        </p:nvSpPr>
        <p:spPr>
          <a:xfrm>
            <a:off x="7450854" y="5896216"/>
            <a:ext cx="2146915" cy="881679"/>
          </a:xfrm>
          <a:prstGeom prst="roundRect">
            <a:avLst>
              <a:gd name="adj" fmla="val 50000"/>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23054975-7F2E-0A44-D264-3CEA49F2621B}"/>
              </a:ext>
            </a:extLst>
          </p:cNvPr>
          <p:cNvSpPr/>
          <p:nvPr/>
        </p:nvSpPr>
        <p:spPr>
          <a:xfrm>
            <a:off x="9800443" y="5865897"/>
            <a:ext cx="2146915" cy="881679"/>
          </a:xfrm>
          <a:prstGeom prst="roundRect">
            <a:avLst>
              <a:gd name="adj" fmla="val 50000"/>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076E06F-847B-DA3B-16C0-4ABAD9D66039}"/>
              </a:ext>
            </a:extLst>
          </p:cNvPr>
          <p:cNvSpPr>
            <a:spLocks noGrp="1"/>
          </p:cNvSpPr>
          <p:nvPr>
            <p:ph type="ctrTitle"/>
          </p:nvPr>
        </p:nvSpPr>
        <p:spPr>
          <a:xfrm>
            <a:off x="2075688" y="2123813"/>
            <a:ext cx="8037576" cy="2610373"/>
          </a:xfrm>
        </p:spPr>
        <p:txBody>
          <a:bodyPr/>
          <a:lstStyle/>
          <a:p>
            <a:r>
              <a:rPr lang="en-US" dirty="0"/>
              <a:t>Headline and article semantic consistency</a:t>
            </a:r>
          </a:p>
        </p:txBody>
      </p:sp>
      <p:sp>
        <p:nvSpPr>
          <p:cNvPr id="3" name="Content Placeholder 2">
            <a:extLst>
              <a:ext uri="{FF2B5EF4-FFF2-40B4-BE49-F238E27FC236}">
                <a16:creationId xmlns:a16="http://schemas.microsoft.com/office/drawing/2014/main" id="{B7F05435-C82C-6256-8D8F-9F61B944EAD1}"/>
              </a:ext>
            </a:extLst>
          </p:cNvPr>
          <p:cNvSpPr txBox="1">
            <a:spLocks/>
          </p:cNvSpPr>
          <p:nvPr/>
        </p:nvSpPr>
        <p:spPr>
          <a:xfrm>
            <a:off x="2757397" y="4268346"/>
            <a:ext cx="6674158" cy="12115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Georgia Pro" panose="02040502050405020303"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Georgia Pro" panose="02040502050405020303"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Georgia Pro" panose="02040502050405020303"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Georgia Pro" panose="02040502050405020303" pitchFamily="18"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Georgia Pro" panose="02040502050405020303"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TF-IDF + cosine similarity compared with sentence embeddings + cosine similarity</a:t>
            </a:r>
          </a:p>
        </p:txBody>
      </p:sp>
      <p:sp>
        <p:nvSpPr>
          <p:cNvPr id="6" name="TextBox 5">
            <a:extLst>
              <a:ext uri="{FF2B5EF4-FFF2-40B4-BE49-F238E27FC236}">
                <a16:creationId xmlns:a16="http://schemas.microsoft.com/office/drawing/2014/main" id="{0A7B1113-CE8A-0773-5654-67130B5F47C2}"/>
              </a:ext>
            </a:extLst>
          </p:cNvPr>
          <p:cNvSpPr txBox="1"/>
          <p:nvPr/>
        </p:nvSpPr>
        <p:spPr>
          <a:xfrm>
            <a:off x="4316058" y="1193428"/>
            <a:ext cx="3556836" cy="369332"/>
          </a:xfrm>
          <a:prstGeom prst="rect">
            <a:avLst/>
          </a:prstGeom>
          <a:noFill/>
        </p:spPr>
        <p:txBody>
          <a:bodyPr wrap="square">
            <a:spAutoFit/>
          </a:bodyPr>
          <a:lstStyle/>
          <a:p>
            <a:r>
              <a:rPr lang="en-IN"/>
              <a:t>ASSIGNMENT 14, GROUP 17</a:t>
            </a:r>
            <a:endParaRPr lang="en-IN" dirty="0"/>
          </a:p>
        </p:txBody>
      </p:sp>
      <p:sp>
        <p:nvSpPr>
          <p:cNvPr id="8" name="TextBox 7">
            <a:extLst>
              <a:ext uri="{FF2B5EF4-FFF2-40B4-BE49-F238E27FC236}">
                <a16:creationId xmlns:a16="http://schemas.microsoft.com/office/drawing/2014/main" id="{A1D6529C-8E45-523C-37B0-903389492067}"/>
              </a:ext>
            </a:extLst>
          </p:cNvPr>
          <p:cNvSpPr txBox="1"/>
          <p:nvPr/>
        </p:nvSpPr>
        <p:spPr>
          <a:xfrm>
            <a:off x="7522743" y="6013889"/>
            <a:ext cx="2003135" cy="646331"/>
          </a:xfrm>
          <a:prstGeom prst="rect">
            <a:avLst/>
          </a:prstGeom>
          <a:noFill/>
        </p:spPr>
        <p:txBody>
          <a:bodyPr wrap="square">
            <a:spAutoFit/>
          </a:bodyPr>
          <a:lstStyle/>
          <a:p>
            <a:r>
              <a:rPr lang="en-IN" b="1" dirty="0"/>
              <a:t>Anurag Rai</a:t>
            </a:r>
          </a:p>
          <a:p>
            <a:r>
              <a:rPr lang="en-IN" dirty="0"/>
              <a:t>MT/AI/10016/26</a:t>
            </a:r>
          </a:p>
        </p:txBody>
      </p:sp>
      <p:sp>
        <p:nvSpPr>
          <p:cNvPr id="10" name="TextBox 9">
            <a:extLst>
              <a:ext uri="{FF2B5EF4-FFF2-40B4-BE49-F238E27FC236}">
                <a16:creationId xmlns:a16="http://schemas.microsoft.com/office/drawing/2014/main" id="{2C17F9B7-D4D3-AE81-18FA-A4E6E1FECA19}"/>
              </a:ext>
            </a:extLst>
          </p:cNvPr>
          <p:cNvSpPr txBox="1"/>
          <p:nvPr/>
        </p:nvSpPr>
        <p:spPr>
          <a:xfrm>
            <a:off x="9866316" y="5983570"/>
            <a:ext cx="2015167" cy="646331"/>
          </a:xfrm>
          <a:prstGeom prst="rect">
            <a:avLst/>
          </a:prstGeom>
          <a:noFill/>
        </p:spPr>
        <p:txBody>
          <a:bodyPr wrap="square">
            <a:spAutoFit/>
          </a:bodyPr>
          <a:lstStyle/>
          <a:p>
            <a:r>
              <a:rPr lang="en-IN" b="1" dirty="0"/>
              <a:t>Ankit Singh</a:t>
            </a:r>
          </a:p>
          <a:p>
            <a:r>
              <a:rPr lang="en-IN" dirty="0"/>
              <a:t>MT/AI/10022/26</a:t>
            </a:r>
          </a:p>
        </p:txBody>
      </p:sp>
      <p:pic>
        <p:nvPicPr>
          <p:cNvPr id="16" name="Picture 15">
            <a:extLst>
              <a:ext uri="{FF2B5EF4-FFF2-40B4-BE49-F238E27FC236}">
                <a16:creationId xmlns:a16="http://schemas.microsoft.com/office/drawing/2014/main" id="{7F8FE83D-920C-C598-DCB6-27F34944646E}"/>
              </a:ext>
            </a:extLst>
          </p:cNvPr>
          <p:cNvPicPr>
            <a:picLocks noChangeAspect="1"/>
          </p:cNvPicPr>
          <p:nvPr/>
        </p:nvPicPr>
        <p:blipFill>
          <a:blip r:embed="rId2"/>
          <a:stretch>
            <a:fillRect/>
          </a:stretch>
        </p:blipFill>
        <p:spPr>
          <a:xfrm>
            <a:off x="103272" y="68338"/>
            <a:ext cx="1803974" cy="1769721"/>
          </a:xfrm>
          <a:prstGeom prst="rect">
            <a:avLst/>
          </a:prstGeom>
        </p:spPr>
      </p:pic>
    </p:spTree>
    <p:extLst>
      <p:ext uri="{BB962C8B-B14F-4D97-AF65-F5344CB8AC3E}">
        <p14:creationId xmlns:p14="http://schemas.microsoft.com/office/powerpoint/2010/main" val="3755714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8EA7F2-F06C-E81F-7C00-0C3BFF257EF2}"/>
              </a:ext>
            </a:extLst>
          </p:cNvPr>
          <p:cNvSpPr>
            <a:spLocks noGrp="1"/>
          </p:cNvSpPr>
          <p:nvPr>
            <p:ph type="title"/>
          </p:nvPr>
        </p:nvSpPr>
        <p:spPr>
          <a:xfrm>
            <a:off x="376348" y="196594"/>
            <a:ext cx="6547826" cy="2157849"/>
          </a:xfrm>
        </p:spPr>
        <p:txBody>
          <a:bodyPr/>
          <a:lstStyle/>
          <a:p>
            <a:r>
              <a:rPr lang="en-IN" b="1" dirty="0">
                <a:solidFill>
                  <a:srgbClr val="13252F"/>
                </a:solidFill>
                <a:latin typeface="Arial"/>
                <a:ea typeface="Arial"/>
                <a:cs typeface="Arial"/>
              </a:rPr>
              <a:t>Real-world problem </a:t>
            </a:r>
            <a:br>
              <a:rPr lang="en-IN" b="1" dirty="0">
                <a:solidFill>
                  <a:srgbClr val="13252F"/>
                </a:solidFill>
                <a:latin typeface="Arial"/>
                <a:ea typeface="Arial"/>
                <a:cs typeface="Arial"/>
              </a:rPr>
            </a:br>
            <a:r>
              <a:rPr lang="en-US" sz="2800" dirty="0"/>
              <a:t>Why headline consistency matters</a:t>
            </a:r>
            <a:endParaRPr lang="en-US" dirty="0"/>
          </a:p>
        </p:txBody>
      </p:sp>
      <p:sp>
        <p:nvSpPr>
          <p:cNvPr id="3" name="Content Placeholder 2">
            <a:extLst>
              <a:ext uri="{FF2B5EF4-FFF2-40B4-BE49-F238E27FC236}">
                <a16:creationId xmlns:a16="http://schemas.microsoft.com/office/drawing/2014/main" id="{3CD04D95-3CDE-79B6-0A20-9F01D632D381}"/>
              </a:ext>
            </a:extLst>
          </p:cNvPr>
          <p:cNvSpPr>
            <a:spLocks noGrp="1"/>
          </p:cNvSpPr>
          <p:nvPr>
            <p:ph sz="half" idx="2"/>
          </p:nvPr>
        </p:nvSpPr>
        <p:spPr>
          <a:xfrm>
            <a:off x="484632" y="1888958"/>
            <a:ext cx="5647943" cy="4256418"/>
          </a:xfrm>
        </p:spPr>
        <p:txBody>
          <a:bodyPr>
            <a:normAutofit lnSpcReduction="10000"/>
          </a:bodyPr>
          <a:lstStyle/>
          <a:p>
            <a:pPr marL="0" indent="0">
              <a:buNone/>
            </a:pPr>
            <a:r>
              <a:rPr lang="en-US" sz="1600" b="1" dirty="0"/>
              <a:t>The problem</a:t>
            </a:r>
          </a:p>
          <a:p>
            <a:r>
              <a:rPr lang="en-US" sz="1600" dirty="0"/>
              <a:t>Headlines provided by online news sources and social media may misrepresent the facts presented within the article. The headlines can have numerous identical words from the article, but they can change a figure, entity, place, or claim.</a:t>
            </a:r>
          </a:p>
          <a:p>
            <a:endParaRPr lang="en-IN" sz="1600" dirty="0"/>
          </a:p>
          <a:p>
            <a:pPr marL="0" indent="0">
              <a:buNone/>
            </a:pPr>
            <a:r>
              <a:rPr lang="en-US" sz="1600" b="1" dirty="0"/>
              <a:t>The practical question</a:t>
            </a:r>
          </a:p>
          <a:p>
            <a:r>
              <a:rPr lang="en-US" sz="1600" dirty="0"/>
              <a:t>Can a system flag a headline whose meaning is not supported by its paired news text?</a:t>
            </a:r>
          </a:p>
          <a:p>
            <a:endParaRPr lang="en-US" sz="1600" dirty="0"/>
          </a:p>
          <a:p>
            <a:pPr marL="0" indent="0">
              <a:buNone/>
            </a:pPr>
            <a:r>
              <a:rPr lang="en-IN" sz="1600" b="1" dirty="0"/>
              <a:t>Project objective</a:t>
            </a:r>
          </a:p>
          <a:p>
            <a:r>
              <a:rPr lang="en-IN" sz="1600" dirty="0"/>
              <a:t>Develop an AI-based system that compares a headline with its article text and predicts whether they are semantically consistent or inconsistent.</a:t>
            </a:r>
          </a:p>
        </p:txBody>
      </p:sp>
    </p:spTree>
    <p:extLst>
      <p:ext uri="{BB962C8B-B14F-4D97-AF65-F5344CB8AC3E}">
        <p14:creationId xmlns:p14="http://schemas.microsoft.com/office/powerpoint/2010/main" val="1099397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D3F43-7DE4-A392-050C-1AAE2661CFAC}"/>
              </a:ext>
            </a:extLst>
          </p:cNvPr>
          <p:cNvSpPr>
            <a:spLocks noGrp="1"/>
          </p:cNvSpPr>
          <p:nvPr>
            <p:ph type="title"/>
          </p:nvPr>
        </p:nvSpPr>
        <p:spPr>
          <a:xfrm>
            <a:off x="484632" y="539494"/>
            <a:ext cx="6347968" cy="2165606"/>
          </a:xfrm>
        </p:spPr>
        <p:txBody>
          <a:bodyPr/>
          <a:lstStyle/>
          <a:p>
            <a:pPr>
              <a:defRPr sz="3225" b="1">
                <a:solidFill>
                  <a:srgbClr val="142C3E"/>
                </a:solidFill>
                <a:latin typeface="Arial"/>
                <a:ea typeface="Arial"/>
                <a:cs typeface="Arial"/>
              </a:defRPr>
            </a:pPr>
            <a:r>
              <a:rPr lang="en-IN" b="1" dirty="0">
                <a:solidFill>
                  <a:srgbClr val="142C3E"/>
                </a:solidFill>
                <a:latin typeface="Arial"/>
                <a:ea typeface="Arial"/>
                <a:cs typeface="Arial"/>
              </a:rPr>
              <a:t>Research question and hypothesis</a:t>
            </a:r>
          </a:p>
        </p:txBody>
      </p:sp>
      <p:sp>
        <p:nvSpPr>
          <p:cNvPr id="6" name="Content Placeholder 5">
            <a:extLst>
              <a:ext uri="{FF2B5EF4-FFF2-40B4-BE49-F238E27FC236}">
                <a16:creationId xmlns:a16="http://schemas.microsoft.com/office/drawing/2014/main" id="{AC896F71-B067-E8E0-EC1F-078A4FDF076D}"/>
              </a:ext>
            </a:extLst>
          </p:cNvPr>
          <p:cNvSpPr>
            <a:spLocks noGrp="1"/>
          </p:cNvSpPr>
          <p:nvPr>
            <p:ph sz="half" idx="2"/>
          </p:nvPr>
        </p:nvSpPr>
        <p:spPr>
          <a:xfrm>
            <a:off x="1274705" y="1975465"/>
            <a:ext cx="5974321" cy="923281"/>
          </a:xfrm>
        </p:spPr>
        <p:txBody>
          <a:bodyPr/>
          <a:lstStyle/>
          <a:p>
            <a:pPr marL="0" indent="0">
              <a:buNone/>
            </a:pPr>
            <a:r>
              <a:rPr lang="en-IN" b="1" dirty="0"/>
              <a:t>Does a sentence-embedding approach identify headline–article consistency more effectively than a traditional TF-IDF similarity approach?</a:t>
            </a:r>
          </a:p>
        </p:txBody>
      </p:sp>
      <p:sp>
        <p:nvSpPr>
          <p:cNvPr id="8" name="Rectangle 7">
            <a:extLst>
              <a:ext uri="{FF2B5EF4-FFF2-40B4-BE49-F238E27FC236}">
                <a16:creationId xmlns:a16="http://schemas.microsoft.com/office/drawing/2014/main" id="{4F7B6E18-C1B8-81EE-2611-37F91CA1C30D}"/>
              </a:ext>
            </a:extLst>
          </p:cNvPr>
          <p:cNvSpPr>
            <a:spLocks noGrp="1"/>
          </p:cNvSpPr>
          <p:nvPr/>
        </p:nvSpPr>
        <p:spPr>
          <a:xfrm>
            <a:off x="484632" y="1844050"/>
            <a:ext cx="857250" cy="1297907"/>
          </a:xfrm>
          <a:prstGeom prst="rect">
            <a:avLst/>
          </a:prstGeom>
          <a:noFill/>
          <a:ln w="0">
            <a:noFill/>
            <a:prstDash val="solid"/>
          </a:ln>
        </p:spPr>
        <p:txBody>
          <a:bodyPr/>
          <a:lstStyle>
            <a:defPPr>
              <a:defRPr sz="3600" b="1">
                <a:solidFill>
                  <a:srgbClr val="D6634A"/>
                </a:solidFill>
                <a:latin typeface="Arial"/>
                <a:ea typeface="Arial"/>
                <a:cs typeface="Arial"/>
              </a:defRPr>
            </a:defPPr>
            <a:lvl1pPr>
              <a:defRPr sz="3600" b="1">
                <a:solidFill>
                  <a:srgbClr val="D6634A"/>
                </a:solidFill>
                <a:latin typeface="Arial"/>
                <a:ea typeface="Arial"/>
                <a:cs typeface="Arial"/>
              </a:defRPr>
            </a:lvl1pPr>
            <a:lvl2pPr>
              <a:defRPr sz="3600" b="1">
                <a:solidFill>
                  <a:srgbClr val="D6634A"/>
                </a:solidFill>
                <a:latin typeface="Arial"/>
                <a:ea typeface="Arial"/>
                <a:cs typeface="Arial"/>
              </a:defRPr>
            </a:lvl2pPr>
            <a:lvl3pPr>
              <a:defRPr sz="3600" b="1">
                <a:solidFill>
                  <a:srgbClr val="D6634A"/>
                </a:solidFill>
                <a:latin typeface="Arial"/>
                <a:ea typeface="Arial"/>
                <a:cs typeface="Arial"/>
              </a:defRPr>
            </a:lvl3pPr>
            <a:lvl4pPr>
              <a:defRPr sz="3600" b="1">
                <a:solidFill>
                  <a:srgbClr val="D6634A"/>
                </a:solidFill>
                <a:latin typeface="Arial"/>
                <a:ea typeface="Arial"/>
                <a:cs typeface="Arial"/>
              </a:defRPr>
            </a:lvl4pPr>
            <a:lvl5pPr>
              <a:defRPr sz="3600" b="1">
                <a:solidFill>
                  <a:srgbClr val="D6634A"/>
                </a:solidFill>
                <a:latin typeface="Arial"/>
                <a:ea typeface="Arial"/>
                <a:cs typeface="Arial"/>
              </a:defRPr>
            </a:lvl5pPr>
            <a:lvl6pPr>
              <a:defRPr sz="3600" b="1">
                <a:solidFill>
                  <a:srgbClr val="D6634A"/>
                </a:solidFill>
                <a:latin typeface="Arial"/>
                <a:ea typeface="Arial"/>
                <a:cs typeface="Arial"/>
              </a:defRPr>
            </a:lvl6pPr>
            <a:lvl7pPr>
              <a:defRPr sz="3600" b="1">
                <a:solidFill>
                  <a:srgbClr val="D6634A"/>
                </a:solidFill>
                <a:latin typeface="Arial"/>
                <a:ea typeface="Arial"/>
                <a:cs typeface="Arial"/>
              </a:defRPr>
            </a:lvl7pPr>
            <a:lvl8pPr>
              <a:defRPr sz="3600" b="1">
                <a:solidFill>
                  <a:srgbClr val="D6634A"/>
                </a:solidFill>
                <a:latin typeface="Arial"/>
                <a:ea typeface="Arial"/>
                <a:cs typeface="Arial"/>
              </a:defRPr>
            </a:lvl8pPr>
            <a:lvl9pPr>
              <a:defRPr sz="3600" b="1">
                <a:solidFill>
                  <a:srgbClr val="D6634A"/>
                </a:solidFill>
                <a:latin typeface="Arial"/>
                <a:ea typeface="Arial"/>
                <a:cs typeface="Arial"/>
              </a:defRPr>
            </a:lvl9pPr>
          </a:lstStyle>
          <a:p>
            <a:pPr>
              <a:defRPr sz="3600" b="1">
                <a:solidFill>
                  <a:srgbClr val="D6634A"/>
                </a:solidFill>
                <a:latin typeface="Arial"/>
                <a:ea typeface="Arial"/>
                <a:cs typeface="Arial"/>
              </a:defRPr>
            </a:pPr>
            <a:r>
              <a:rPr sz="3600" b="1" dirty="0">
                <a:solidFill>
                  <a:srgbClr val="D6634A"/>
                </a:solidFill>
                <a:latin typeface="Arial"/>
                <a:ea typeface="Arial"/>
                <a:cs typeface="Arial"/>
              </a:rPr>
              <a:t>RQ</a:t>
            </a:r>
          </a:p>
        </p:txBody>
      </p:sp>
      <p:sp>
        <p:nvSpPr>
          <p:cNvPr id="10" name="Rectangle 9">
            <a:extLst>
              <a:ext uri="{FF2B5EF4-FFF2-40B4-BE49-F238E27FC236}">
                <a16:creationId xmlns:a16="http://schemas.microsoft.com/office/drawing/2014/main" id="{C4EBA270-3159-1255-3FB2-8558058DEF1B}"/>
              </a:ext>
            </a:extLst>
          </p:cNvPr>
          <p:cNvSpPr>
            <a:spLocks noGrp="1"/>
          </p:cNvSpPr>
          <p:nvPr/>
        </p:nvSpPr>
        <p:spPr>
          <a:xfrm>
            <a:off x="417455" y="3578815"/>
            <a:ext cx="857250" cy="2112122"/>
          </a:xfrm>
          <a:prstGeom prst="rect">
            <a:avLst/>
          </a:prstGeom>
          <a:noFill/>
          <a:ln w="0">
            <a:noFill/>
            <a:prstDash val="solid"/>
          </a:ln>
        </p:spPr>
        <p:txBody>
          <a:bodyPr/>
          <a:lstStyle>
            <a:defPPr>
              <a:defRPr sz="3600" b="1">
                <a:solidFill>
                  <a:srgbClr val="D6634A"/>
                </a:solidFill>
                <a:latin typeface="Arial"/>
                <a:ea typeface="Arial"/>
                <a:cs typeface="Arial"/>
              </a:defRPr>
            </a:defPPr>
            <a:lvl1pPr>
              <a:defRPr sz="3600" b="1">
                <a:solidFill>
                  <a:srgbClr val="D6634A"/>
                </a:solidFill>
                <a:latin typeface="Arial"/>
                <a:ea typeface="Arial"/>
                <a:cs typeface="Arial"/>
              </a:defRPr>
            </a:lvl1pPr>
            <a:lvl2pPr>
              <a:defRPr sz="3600" b="1">
                <a:solidFill>
                  <a:srgbClr val="D6634A"/>
                </a:solidFill>
                <a:latin typeface="Arial"/>
                <a:ea typeface="Arial"/>
                <a:cs typeface="Arial"/>
              </a:defRPr>
            </a:lvl2pPr>
            <a:lvl3pPr>
              <a:defRPr sz="3600" b="1">
                <a:solidFill>
                  <a:srgbClr val="D6634A"/>
                </a:solidFill>
                <a:latin typeface="Arial"/>
                <a:ea typeface="Arial"/>
                <a:cs typeface="Arial"/>
              </a:defRPr>
            </a:lvl3pPr>
            <a:lvl4pPr>
              <a:defRPr sz="3600" b="1">
                <a:solidFill>
                  <a:srgbClr val="D6634A"/>
                </a:solidFill>
                <a:latin typeface="Arial"/>
                <a:ea typeface="Arial"/>
                <a:cs typeface="Arial"/>
              </a:defRPr>
            </a:lvl4pPr>
            <a:lvl5pPr>
              <a:defRPr sz="3600" b="1">
                <a:solidFill>
                  <a:srgbClr val="D6634A"/>
                </a:solidFill>
                <a:latin typeface="Arial"/>
                <a:ea typeface="Arial"/>
                <a:cs typeface="Arial"/>
              </a:defRPr>
            </a:lvl5pPr>
            <a:lvl6pPr>
              <a:defRPr sz="3600" b="1">
                <a:solidFill>
                  <a:srgbClr val="D6634A"/>
                </a:solidFill>
                <a:latin typeface="Arial"/>
                <a:ea typeface="Arial"/>
                <a:cs typeface="Arial"/>
              </a:defRPr>
            </a:lvl6pPr>
            <a:lvl7pPr>
              <a:defRPr sz="3600" b="1">
                <a:solidFill>
                  <a:srgbClr val="D6634A"/>
                </a:solidFill>
                <a:latin typeface="Arial"/>
                <a:ea typeface="Arial"/>
                <a:cs typeface="Arial"/>
              </a:defRPr>
            </a:lvl7pPr>
            <a:lvl8pPr>
              <a:defRPr sz="3600" b="1">
                <a:solidFill>
                  <a:srgbClr val="D6634A"/>
                </a:solidFill>
                <a:latin typeface="Arial"/>
                <a:ea typeface="Arial"/>
                <a:cs typeface="Arial"/>
              </a:defRPr>
            </a:lvl8pPr>
            <a:lvl9pPr>
              <a:defRPr sz="3600" b="1">
                <a:solidFill>
                  <a:srgbClr val="D6634A"/>
                </a:solidFill>
                <a:latin typeface="Arial"/>
                <a:ea typeface="Arial"/>
                <a:cs typeface="Arial"/>
              </a:defRPr>
            </a:lvl9pPr>
          </a:lstStyle>
          <a:p>
            <a:pPr>
              <a:defRPr sz="3600" b="1">
                <a:solidFill>
                  <a:srgbClr val="D6634A"/>
                </a:solidFill>
                <a:latin typeface="Arial"/>
                <a:ea typeface="Arial"/>
                <a:cs typeface="Arial"/>
              </a:defRPr>
            </a:pPr>
            <a:r>
              <a:rPr lang="en-IN" sz="3600" b="1" dirty="0">
                <a:solidFill>
                  <a:srgbClr val="D6634A"/>
                </a:solidFill>
                <a:latin typeface="Arial"/>
                <a:ea typeface="Arial"/>
                <a:cs typeface="Arial"/>
              </a:rPr>
              <a:t>H1</a:t>
            </a:r>
          </a:p>
          <a:p>
            <a:pPr>
              <a:defRPr sz="3600" b="1">
                <a:solidFill>
                  <a:srgbClr val="D6634A"/>
                </a:solidFill>
                <a:latin typeface="Arial"/>
                <a:ea typeface="Arial"/>
                <a:cs typeface="Arial"/>
              </a:defRPr>
            </a:pPr>
            <a:endParaRPr lang="en-IN" sz="3600" b="1" dirty="0">
              <a:solidFill>
                <a:srgbClr val="D6634A"/>
              </a:solidFill>
              <a:latin typeface="Arial"/>
              <a:ea typeface="Arial"/>
              <a:cs typeface="Arial"/>
            </a:endParaRPr>
          </a:p>
          <a:p>
            <a:pPr>
              <a:defRPr sz="3600" b="1">
                <a:solidFill>
                  <a:srgbClr val="D6634A"/>
                </a:solidFill>
                <a:latin typeface="Arial"/>
                <a:ea typeface="Arial"/>
                <a:cs typeface="Arial"/>
              </a:defRPr>
            </a:pPr>
            <a:r>
              <a:rPr lang="en-IN" dirty="0">
                <a:solidFill>
                  <a:srgbClr val="84B278"/>
                </a:solidFill>
              </a:rPr>
              <a:t>H2</a:t>
            </a:r>
            <a:endParaRPr sz="3600" b="1" dirty="0">
              <a:solidFill>
                <a:srgbClr val="84B278"/>
              </a:solidFill>
              <a:latin typeface="Arial"/>
              <a:ea typeface="Arial"/>
              <a:cs typeface="Arial"/>
            </a:endParaRPr>
          </a:p>
        </p:txBody>
      </p:sp>
      <p:sp>
        <p:nvSpPr>
          <p:cNvPr id="11" name="Content Placeholder 5">
            <a:extLst>
              <a:ext uri="{FF2B5EF4-FFF2-40B4-BE49-F238E27FC236}">
                <a16:creationId xmlns:a16="http://schemas.microsoft.com/office/drawing/2014/main" id="{64EB6BC4-86E3-A7B1-F5A7-9F5620E66250}"/>
              </a:ext>
            </a:extLst>
          </p:cNvPr>
          <p:cNvSpPr txBox="1">
            <a:spLocks/>
          </p:cNvSpPr>
          <p:nvPr/>
        </p:nvSpPr>
        <p:spPr>
          <a:xfrm>
            <a:off x="1274705" y="3578815"/>
            <a:ext cx="6347967" cy="192914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1pPr>
            <a:lvl2pPr marL="6858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2pPr>
            <a:lvl3pPr marL="11430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3pPr>
            <a:lvl4pPr marL="16002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4pPr>
            <a:lvl5pPr marL="211455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Sentence embeddings will outperform TF-IDF on the official test because they capture semantic similarity beyond exact word overlap.</a:t>
            </a:r>
          </a:p>
          <a:p>
            <a:pPr marL="0" indent="0">
              <a:buNone/>
            </a:pPr>
            <a:endParaRPr lang="en-IN" b="1" dirty="0"/>
          </a:p>
          <a:p>
            <a:pPr marL="0" indent="0">
              <a:buNone/>
            </a:pPr>
            <a:r>
              <a:rPr lang="en-IN" b="1" dirty="0"/>
              <a:t>Edited headlines will receive lower consistency scores than their supported originals.</a:t>
            </a:r>
          </a:p>
        </p:txBody>
      </p:sp>
    </p:spTree>
    <p:extLst>
      <p:ext uri="{BB962C8B-B14F-4D97-AF65-F5344CB8AC3E}">
        <p14:creationId xmlns:p14="http://schemas.microsoft.com/office/powerpoint/2010/main" val="140861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619B4-F3D9-C93E-E5C9-AFF4889CE7AD}"/>
              </a:ext>
            </a:extLst>
          </p:cNvPr>
          <p:cNvSpPr>
            <a:spLocks noGrp="1"/>
          </p:cNvSpPr>
          <p:nvPr>
            <p:ph type="title"/>
          </p:nvPr>
        </p:nvSpPr>
        <p:spPr>
          <a:xfrm>
            <a:off x="448055" y="240673"/>
            <a:ext cx="11295237" cy="1283288"/>
          </a:xfrm>
        </p:spPr>
        <p:txBody>
          <a:bodyPr/>
          <a:lstStyle/>
          <a:p>
            <a:r>
              <a:rPr lang="en-IN" b="1" dirty="0">
                <a:solidFill>
                  <a:srgbClr val="142C3E"/>
                </a:solidFill>
                <a:latin typeface="Arial" panose="020B0604020202020204" pitchFamily="34" charset="0"/>
                <a:cs typeface="Arial" panose="020B0604020202020204" pitchFamily="34" charset="0"/>
              </a:rPr>
              <a:t>Dataset Description</a:t>
            </a:r>
            <a:br>
              <a:rPr lang="en-IN" dirty="0">
                <a:solidFill>
                  <a:srgbClr val="142C3E"/>
                </a:solidFill>
                <a:latin typeface="Arial" panose="020B0604020202020204" pitchFamily="34" charset="0"/>
                <a:cs typeface="Arial" panose="020B0604020202020204" pitchFamily="34" charset="0"/>
              </a:rPr>
            </a:br>
            <a:r>
              <a:rPr lang="en-IN" sz="2400" dirty="0">
                <a:solidFill>
                  <a:srgbClr val="142C3E"/>
                </a:solidFill>
                <a:latin typeface="Arial" panose="020B0604020202020204" pitchFamily="34" charset="0"/>
                <a:cs typeface="Arial" panose="020B0604020202020204" pitchFamily="34" charset="0"/>
              </a:rPr>
              <a:t>Dataset: Fake News Challenge (FNC-1)</a:t>
            </a:r>
            <a:endParaRPr lang="en-IN" dirty="0">
              <a:solidFill>
                <a:srgbClr val="142C3E"/>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430CC5D8-CF7D-3C17-8B0F-4BCDFFEF6AC0}"/>
              </a:ext>
            </a:extLst>
          </p:cNvPr>
          <p:cNvSpPr>
            <a:spLocks noGrp="1"/>
          </p:cNvSpPr>
          <p:nvPr>
            <p:ph sz="half" idx="2"/>
          </p:nvPr>
        </p:nvSpPr>
        <p:spPr>
          <a:xfrm>
            <a:off x="448056" y="1564106"/>
            <a:ext cx="7806092" cy="4211856"/>
          </a:xfrm>
        </p:spPr>
        <p:txBody>
          <a:bodyPr>
            <a:normAutofit/>
          </a:bodyPr>
          <a:lstStyle/>
          <a:p>
            <a:r>
              <a:rPr lang="en-IN" sz="1500" dirty="0"/>
              <a:t>The FNC-1 dataset contains headline–article pairs, with each pair assigned an original stance label.</a:t>
            </a:r>
          </a:p>
          <a:p>
            <a:r>
              <a:rPr lang="en-IN" sz="1500" dirty="0"/>
              <a:t>The processed training dataset contains 49,972 pairs before reserving article groups for the challenge.</a:t>
            </a:r>
          </a:p>
          <a:p>
            <a:r>
              <a:rPr lang="en-IN" sz="1500" dirty="0"/>
              <a:t>The official test set contains 25,413 pairs:</a:t>
            </a:r>
          </a:p>
          <a:p>
            <a:pPr lvl="1"/>
            <a:r>
              <a:rPr lang="en-IN" sz="1500" dirty="0"/>
              <a:t>6,367 Consistent</a:t>
            </a:r>
          </a:p>
          <a:p>
            <a:pPr lvl="1"/>
            <a:r>
              <a:rPr lang="en-IN" sz="1500" dirty="0"/>
              <a:t>19,046 Inconsistent</a:t>
            </a:r>
          </a:p>
          <a:p>
            <a:pPr marL="0" indent="0">
              <a:buNone/>
            </a:pPr>
            <a:r>
              <a:rPr lang="en-IN" sz="1500" dirty="0"/>
              <a:t>Original Stance Labels</a:t>
            </a:r>
          </a:p>
          <a:p>
            <a:endParaRPr lang="en-IN" sz="1500" dirty="0"/>
          </a:p>
        </p:txBody>
      </p:sp>
      <p:sp>
        <p:nvSpPr>
          <p:cNvPr id="6" name="Content Placeholder 5">
            <a:extLst>
              <a:ext uri="{FF2B5EF4-FFF2-40B4-BE49-F238E27FC236}">
                <a16:creationId xmlns:a16="http://schemas.microsoft.com/office/drawing/2014/main" id="{1A7666A3-DC76-8031-CA99-BD427859409A}"/>
              </a:ext>
            </a:extLst>
          </p:cNvPr>
          <p:cNvSpPr>
            <a:spLocks noGrp="1"/>
          </p:cNvSpPr>
          <p:nvPr>
            <p:ph sz="quarter" idx="4"/>
          </p:nvPr>
        </p:nvSpPr>
        <p:spPr>
          <a:xfrm>
            <a:off x="8319837" y="1523962"/>
            <a:ext cx="3423455" cy="4252000"/>
          </a:xfrm>
        </p:spPr>
        <p:txBody>
          <a:bodyPr>
            <a:normAutofit/>
          </a:bodyPr>
          <a:lstStyle/>
          <a:p>
            <a:pPr marL="0" indent="0">
              <a:buNone/>
            </a:pPr>
            <a:r>
              <a:rPr lang="en-IN" sz="1400" dirty="0"/>
              <a:t>Binary Label Mapping</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400" dirty="0"/>
              <a:t>The training-side data was divided by </a:t>
            </a:r>
            <a:r>
              <a:rPr lang="en-IN" sz="1400" b="1" dirty="0"/>
              <a:t>article group</a:t>
            </a:r>
            <a:r>
              <a:rPr lang="en-IN" sz="1400" dirty="0"/>
              <a:t> into:</a:t>
            </a:r>
          </a:p>
          <a:p>
            <a:pPr lvl="0"/>
            <a:r>
              <a:rPr lang="en-IN" sz="1400" b="1" dirty="0"/>
              <a:t>Fit:</a:t>
            </a:r>
            <a:r>
              <a:rPr lang="en-IN" sz="1400" dirty="0"/>
              <a:t> 31,957 pairs, used to fit the TF-IDF vectorizer and prepare model inputs.</a:t>
            </a:r>
          </a:p>
          <a:p>
            <a:pPr lvl="0"/>
            <a:r>
              <a:rPr lang="en-IN" sz="1400" b="1" dirty="0"/>
              <a:t>Validation:</a:t>
            </a:r>
            <a:r>
              <a:rPr lang="en-IN" sz="1400" dirty="0"/>
              <a:t> 7,670 pairs, used to choose each model’s decision threshold.</a:t>
            </a:r>
          </a:p>
          <a:p>
            <a:pPr lvl="0"/>
            <a:r>
              <a:rPr lang="en-IN" sz="1400" b="1" dirty="0"/>
              <a:t>Challenge holdout:</a:t>
            </a:r>
            <a:r>
              <a:rPr lang="en-IN" sz="1400" dirty="0"/>
              <a:t> 350 original article groups, kept aside for the modified-headline challenge</a:t>
            </a:r>
          </a:p>
          <a:p>
            <a:endParaRPr lang="en-IN" sz="1400" dirty="0"/>
          </a:p>
        </p:txBody>
      </p:sp>
      <p:graphicFrame>
        <p:nvGraphicFramePr>
          <p:cNvPr id="10" name="Table 9">
            <a:extLst>
              <a:ext uri="{FF2B5EF4-FFF2-40B4-BE49-F238E27FC236}">
                <a16:creationId xmlns:a16="http://schemas.microsoft.com/office/drawing/2014/main" id="{C5D56FBF-B20D-CF50-6536-AF833D3450CF}"/>
              </a:ext>
            </a:extLst>
          </p:cNvPr>
          <p:cNvGraphicFramePr>
            <a:graphicFrameLocks noGrp="1"/>
          </p:cNvGraphicFramePr>
          <p:nvPr>
            <p:extLst>
              <p:ext uri="{D42A27DB-BD31-4B8C-83A1-F6EECF244321}">
                <p14:modId xmlns:p14="http://schemas.microsoft.com/office/powerpoint/2010/main" val="2538975147"/>
              </p:ext>
            </p:extLst>
          </p:nvPr>
        </p:nvGraphicFramePr>
        <p:xfrm>
          <a:off x="8435287" y="1829676"/>
          <a:ext cx="3373694" cy="822960"/>
        </p:xfrm>
        <a:graphic>
          <a:graphicData uri="http://schemas.openxmlformats.org/drawingml/2006/table">
            <a:tbl>
              <a:tblPr>
                <a:tableStyleId>{22838BEF-8BB2-4498-84A7-C5851F593DF1}</a:tableStyleId>
              </a:tblPr>
              <a:tblGrid>
                <a:gridCol w="1686847">
                  <a:extLst>
                    <a:ext uri="{9D8B030D-6E8A-4147-A177-3AD203B41FA5}">
                      <a16:colId xmlns:a16="http://schemas.microsoft.com/office/drawing/2014/main" val="3452555928"/>
                    </a:ext>
                  </a:extLst>
                </a:gridCol>
                <a:gridCol w="1686847">
                  <a:extLst>
                    <a:ext uri="{9D8B030D-6E8A-4147-A177-3AD203B41FA5}">
                      <a16:colId xmlns:a16="http://schemas.microsoft.com/office/drawing/2014/main" val="374916113"/>
                    </a:ext>
                  </a:extLst>
                </a:gridCol>
              </a:tblGrid>
              <a:tr h="0">
                <a:tc>
                  <a:txBody>
                    <a:bodyPr/>
                    <a:lstStyle/>
                    <a:p>
                      <a:pPr>
                        <a:buNone/>
                      </a:pPr>
                      <a:r>
                        <a:rPr lang="en-IN" sz="1200" b="1" dirty="0"/>
                        <a:t>Original stance</a:t>
                      </a:r>
                    </a:p>
                  </a:txBody>
                  <a:tcPr anchor="ctr"/>
                </a:tc>
                <a:tc>
                  <a:txBody>
                    <a:bodyPr/>
                    <a:lstStyle/>
                    <a:p>
                      <a:pPr>
                        <a:buNone/>
                      </a:pPr>
                      <a:r>
                        <a:rPr lang="en-IN" sz="1200" b="1" dirty="0"/>
                        <a:t>Project label</a:t>
                      </a:r>
                    </a:p>
                  </a:txBody>
                  <a:tcPr anchor="ctr"/>
                </a:tc>
                <a:extLst>
                  <a:ext uri="{0D108BD9-81ED-4DB2-BD59-A6C34878D82A}">
                    <a16:rowId xmlns:a16="http://schemas.microsoft.com/office/drawing/2014/main" val="3670453716"/>
                  </a:ext>
                </a:extLst>
              </a:tr>
              <a:tr h="0">
                <a:tc>
                  <a:txBody>
                    <a:bodyPr/>
                    <a:lstStyle/>
                    <a:p>
                      <a:pPr>
                        <a:buNone/>
                      </a:pPr>
                      <a:r>
                        <a:rPr lang="en-IN" sz="1200" dirty="0"/>
                        <a:t>Agree, Discuss</a:t>
                      </a:r>
                    </a:p>
                  </a:txBody>
                  <a:tcPr anchor="ctr"/>
                </a:tc>
                <a:tc>
                  <a:txBody>
                    <a:bodyPr/>
                    <a:lstStyle/>
                    <a:p>
                      <a:pPr>
                        <a:buNone/>
                      </a:pPr>
                      <a:r>
                        <a:rPr lang="en-IN" sz="1200" dirty="0"/>
                        <a:t>Consistent (1)</a:t>
                      </a:r>
                    </a:p>
                  </a:txBody>
                  <a:tcPr anchor="ctr"/>
                </a:tc>
                <a:extLst>
                  <a:ext uri="{0D108BD9-81ED-4DB2-BD59-A6C34878D82A}">
                    <a16:rowId xmlns:a16="http://schemas.microsoft.com/office/drawing/2014/main" val="1407617934"/>
                  </a:ext>
                </a:extLst>
              </a:tr>
              <a:tr h="0">
                <a:tc>
                  <a:txBody>
                    <a:bodyPr/>
                    <a:lstStyle/>
                    <a:p>
                      <a:pPr>
                        <a:buNone/>
                      </a:pPr>
                      <a:r>
                        <a:rPr lang="en-IN" sz="1200"/>
                        <a:t>Disagree, Unrelated</a:t>
                      </a:r>
                    </a:p>
                  </a:txBody>
                  <a:tcPr anchor="ctr"/>
                </a:tc>
                <a:tc>
                  <a:txBody>
                    <a:bodyPr/>
                    <a:lstStyle/>
                    <a:p>
                      <a:pPr>
                        <a:buNone/>
                      </a:pPr>
                      <a:r>
                        <a:rPr lang="en-IN" sz="1200" dirty="0"/>
                        <a:t>Inconsistent (0)</a:t>
                      </a:r>
                    </a:p>
                  </a:txBody>
                  <a:tcPr anchor="ctr"/>
                </a:tc>
                <a:extLst>
                  <a:ext uri="{0D108BD9-81ED-4DB2-BD59-A6C34878D82A}">
                    <a16:rowId xmlns:a16="http://schemas.microsoft.com/office/drawing/2014/main" val="2947952156"/>
                  </a:ext>
                </a:extLst>
              </a:tr>
            </a:tbl>
          </a:graphicData>
        </a:graphic>
      </p:graphicFrame>
      <p:graphicFrame>
        <p:nvGraphicFramePr>
          <p:cNvPr id="13" name="Table 12">
            <a:extLst>
              <a:ext uri="{FF2B5EF4-FFF2-40B4-BE49-F238E27FC236}">
                <a16:creationId xmlns:a16="http://schemas.microsoft.com/office/drawing/2014/main" id="{3CE217DF-4207-C2ED-CE7A-9928BC71650F}"/>
              </a:ext>
            </a:extLst>
          </p:cNvPr>
          <p:cNvGraphicFramePr>
            <a:graphicFrameLocks noGrp="1"/>
          </p:cNvGraphicFramePr>
          <p:nvPr>
            <p:extLst>
              <p:ext uri="{D42A27DB-BD31-4B8C-83A1-F6EECF244321}">
                <p14:modId xmlns:p14="http://schemas.microsoft.com/office/powerpoint/2010/main" val="2846882100"/>
              </p:ext>
            </p:extLst>
          </p:nvPr>
        </p:nvGraphicFramePr>
        <p:xfrm>
          <a:off x="698102" y="4048241"/>
          <a:ext cx="5187198" cy="1554480"/>
        </p:xfrm>
        <a:graphic>
          <a:graphicData uri="http://schemas.openxmlformats.org/drawingml/2006/table">
            <a:tbl>
              <a:tblPr>
                <a:tableStyleId>{22838BEF-8BB2-4498-84A7-C5851F593DF1}</a:tableStyleId>
              </a:tblPr>
              <a:tblGrid>
                <a:gridCol w="946591">
                  <a:extLst>
                    <a:ext uri="{9D8B030D-6E8A-4147-A177-3AD203B41FA5}">
                      <a16:colId xmlns:a16="http://schemas.microsoft.com/office/drawing/2014/main" val="3953497573"/>
                    </a:ext>
                  </a:extLst>
                </a:gridCol>
                <a:gridCol w="4240607">
                  <a:extLst>
                    <a:ext uri="{9D8B030D-6E8A-4147-A177-3AD203B41FA5}">
                      <a16:colId xmlns:a16="http://schemas.microsoft.com/office/drawing/2014/main" val="563037650"/>
                    </a:ext>
                  </a:extLst>
                </a:gridCol>
              </a:tblGrid>
              <a:tr h="0">
                <a:tc>
                  <a:txBody>
                    <a:bodyPr/>
                    <a:lstStyle/>
                    <a:p>
                      <a:pPr>
                        <a:buNone/>
                      </a:pPr>
                      <a:r>
                        <a:rPr lang="en-IN" sz="1200" b="1"/>
                        <a:t>Stance</a:t>
                      </a:r>
                    </a:p>
                  </a:txBody>
                  <a:tcPr anchor="ctr"/>
                </a:tc>
                <a:tc>
                  <a:txBody>
                    <a:bodyPr/>
                    <a:lstStyle/>
                    <a:p>
                      <a:pPr>
                        <a:buNone/>
                      </a:pPr>
                      <a:r>
                        <a:rPr lang="en-IN" sz="1200" b="1" dirty="0"/>
                        <a:t>Description</a:t>
                      </a:r>
                    </a:p>
                  </a:txBody>
                  <a:tcPr anchor="ctr"/>
                </a:tc>
                <a:extLst>
                  <a:ext uri="{0D108BD9-81ED-4DB2-BD59-A6C34878D82A}">
                    <a16:rowId xmlns:a16="http://schemas.microsoft.com/office/drawing/2014/main" val="2341934668"/>
                  </a:ext>
                </a:extLst>
              </a:tr>
              <a:tr h="0">
                <a:tc>
                  <a:txBody>
                    <a:bodyPr/>
                    <a:lstStyle/>
                    <a:p>
                      <a:pPr>
                        <a:buNone/>
                      </a:pPr>
                      <a:r>
                        <a:rPr lang="en-IN" sz="1200"/>
                        <a:t>Agree</a:t>
                      </a:r>
                    </a:p>
                  </a:txBody>
                  <a:tcPr anchor="ctr"/>
                </a:tc>
                <a:tc>
                  <a:txBody>
                    <a:bodyPr/>
                    <a:lstStyle/>
                    <a:p>
                      <a:pPr>
                        <a:buNone/>
                      </a:pPr>
                      <a:r>
                        <a:rPr lang="en-IN" sz="1200" dirty="0"/>
                        <a:t>The article supports the headline’s claim.</a:t>
                      </a:r>
                    </a:p>
                  </a:txBody>
                  <a:tcPr anchor="ctr"/>
                </a:tc>
                <a:extLst>
                  <a:ext uri="{0D108BD9-81ED-4DB2-BD59-A6C34878D82A}">
                    <a16:rowId xmlns:a16="http://schemas.microsoft.com/office/drawing/2014/main" val="4261662862"/>
                  </a:ext>
                </a:extLst>
              </a:tr>
              <a:tr h="0">
                <a:tc>
                  <a:txBody>
                    <a:bodyPr/>
                    <a:lstStyle/>
                    <a:p>
                      <a:pPr>
                        <a:buNone/>
                      </a:pPr>
                      <a:r>
                        <a:rPr lang="en-IN" sz="1200"/>
                        <a:t>Disagree</a:t>
                      </a:r>
                    </a:p>
                  </a:txBody>
                  <a:tcPr anchor="ctr"/>
                </a:tc>
                <a:tc>
                  <a:txBody>
                    <a:bodyPr/>
                    <a:lstStyle/>
                    <a:p>
                      <a:pPr>
                        <a:buNone/>
                      </a:pPr>
                      <a:r>
                        <a:rPr lang="en-IN" sz="1200"/>
                        <a:t>The article contradicts the headline’s claim.</a:t>
                      </a:r>
                    </a:p>
                  </a:txBody>
                  <a:tcPr anchor="ctr"/>
                </a:tc>
                <a:extLst>
                  <a:ext uri="{0D108BD9-81ED-4DB2-BD59-A6C34878D82A}">
                    <a16:rowId xmlns:a16="http://schemas.microsoft.com/office/drawing/2014/main" val="1126241777"/>
                  </a:ext>
                </a:extLst>
              </a:tr>
              <a:tr h="0">
                <a:tc>
                  <a:txBody>
                    <a:bodyPr/>
                    <a:lstStyle/>
                    <a:p>
                      <a:pPr>
                        <a:buNone/>
                      </a:pPr>
                      <a:r>
                        <a:rPr lang="en-IN" sz="1200"/>
                        <a:t>Discuss</a:t>
                      </a:r>
                    </a:p>
                  </a:txBody>
                  <a:tcPr anchor="ctr"/>
                </a:tc>
                <a:tc>
                  <a:txBody>
                    <a:bodyPr/>
                    <a:lstStyle/>
                    <a:p>
                      <a:pPr>
                        <a:buNone/>
                      </a:pPr>
                      <a:r>
                        <a:rPr lang="en-IN" sz="1200" dirty="0"/>
                        <a:t>The article discusses the topic without clearly confirming or contradicting the headline.</a:t>
                      </a:r>
                    </a:p>
                  </a:txBody>
                  <a:tcPr anchor="ctr"/>
                </a:tc>
                <a:extLst>
                  <a:ext uri="{0D108BD9-81ED-4DB2-BD59-A6C34878D82A}">
                    <a16:rowId xmlns:a16="http://schemas.microsoft.com/office/drawing/2014/main" val="3266602642"/>
                  </a:ext>
                </a:extLst>
              </a:tr>
              <a:tr h="0">
                <a:tc>
                  <a:txBody>
                    <a:bodyPr/>
                    <a:lstStyle/>
                    <a:p>
                      <a:pPr>
                        <a:buNone/>
                      </a:pPr>
                      <a:r>
                        <a:rPr lang="en-IN" sz="1200"/>
                        <a:t>Unrelated</a:t>
                      </a:r>
                    </a:p>
                  </a:txBody>
                  <a:tcPr anchor="ctr"/>
                </a:tc>
                <a:tc>
                  <a:txBody>
                    <a:bodyPr/>
                    <a:lstStyle/>
                    <a:p>
                      <a:pPr>
                        <a:buNone/>
                      </a:pPr>
                      <a:r>
                        <a:rPr lang="en-IN" sz="1200" dirty="0"/>
                        <a:t>The article is not relevant to the headline.</a:t>
                      </a:r>
                    </a:p>
                  </a:txBody>
                  <a:tcPr anchor="ctr"/>
                </a:tc>
                <a:extLst>
                  <a:ext uri="{0D108BD9-81ED-4DB2-BD59-A6C34878D82A}">
                    <a16:rowId xmlns:a16="http://schemas.microsoft.com/office/drawing/2014/main" val="1425636531"/>
                  </a:ext>
                </a:extLst>
              </a:tr>
            </a:tbl>
          </a:graphicData>
        </a:graphic>
      </p:graphicFrame>
    </p:spTree>
    <p:extLst>
      <p:ext uri="{BB962C8B-B14F-4D97-AF65-F5344CB8AC3E}">
        <p14:creationId xmlns:p14="http://schemas.microsoft.com/office/powerpoint/2010/main" val="2144933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37FFD-F066-4506-2083-7CA06F5B6B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3999D3-F0F3-00AC-7277-DD95C52B06F4}"/>
              </a:ext>
            </a:extLst>
          </p:cNvPr>
          <p:cNvSpPr>
            <a:spLocks noGrp="1"/>
          </p:cNvSpPr>
          <p:nvPr>
            <p:ph type="title"/>
          </p:nvPr>
        </p:nvSpPr>
        <p:spPr>
          <a:xfrm>
            <a:off x="448055" y="240673"/>
            <a:ext cx="11295237" cy="1283288"/>
          </a:xfrm>
        </p:spPr>
        <p:txBody>
          <a:bodyPr/>
          <a:lstStyle/>
          <a:p>
            <a:r>
              <a:rPr lang="en-IN" b="1" dirty="0">
                <a:solidFill>
                  <a:srgbClr val="142C3E"/>
                </a:solidFill>
                <a:latin typeface="Arial" panose="020B0604020202020204" pitchFamily="34" charset="0"/>
                <a:cs typeface="Arial" panose="020B0604020202020204" pitchFamily="34" charset="0"/>
              </a:rPr>
              <a:t>Methodology</a:t>
            </a:r>
            <a:endParaRPr lang="en-IN" dirty="0">
              <a:solidFill>
                <a:srgbClr val="142C3E"/>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D3DA2FAF-002B-1AF9-676E-8BE7C2566953}"/>
              </a:ext>
            </a:extLst>
          </p:cNvPr>
          <p:cNvSpPr>
            <a:spLocks noGrp="1"/>
          </p:cNvSpPr>
          <p:nvPr>
            <p:ph sz="half" idx="2"/>
          </p:nvPr>
        </p:nvSpPr>
        <p:spPr>
          <a:xfrm>
            <a:off x="448056" y="1123055"/>
            <a:ext cx="5909785" cy="4652907"/>
          </a:xfrm>
        </p:spPr>
        <p:txBody>
          <a:bodyPr>
            <a:noAutofit/>
          </a:bodyPr>
          <a:lstStyle/>
          <a:p>
            <a:pPr marL="0" indent="0">
              <a:buNone/>
            </a:pPr>
            <a:r>
              <a:rPr lang="en-IN" sz="1600" b="1" dirty="0"/>
              <a:t>Method 1 — TF-IDF + Cosine Similarity</a:t>
            </a:r>
          </a:p>
          <a:p>
            <a:r>
              <a:rPr lang="en-IN" sz="1600" dirty="0"/>
              <a:t>Converts the headline and article into word-based TF-IDF vectors using unigrams and bigrams.</a:t>
            </a:r>
          </a:p>
          <a:p>
            <a:pPr lvl="0"/>
            <a:r>
              <a:rPr lang="en-IN" sz="1600" dirty="0"/>
              <a:t>Fits the vectorizer using the fit split only.</a:t>
            </a:r>
          </a:p>
          <a:p>
            <a:pPr lvl="0"/>
            <a:r>
              <a:rPr lang="en-IN" sz="1600" dirty="0"/>
              <a:t>Calculates cosine similarity between the two vectors.</a:t>
            </a:r>
          </a:p>
          <a:p>
            <a:pPr lvl="0"/>
            <a:r>
              <a:rPr lang="en-IN" sz="1600" dirty="0"/>
              <a:t>This method relies largely on word overlap, so it may miss matches expressed with different wording.</a:t>
            </a:r>
          </a:p>
          <a:p>
            <a:pPr marL="0" indent="0">
              <a:buNone/>
            </a:pPr>
            <a:r>
              <a:rPr lang="en-IN" sz="1600" b="1" dirty="0"/>
              <a:t>Method 2 — Sentence Embeddings + Cosine Similarity</a:t>
            </a:r>
          </a:p>
          <a:p>
            <a:r>
              <a:rPr lang="en-IN" sz="1600" dirty="0"/>
              <a:t>Encodes the headline and article with the pretrained all-MiniLM-L6-v2 sentence-transformer.</a:t>
            </a:r>
          </a:p>
          <a:p>
            <a:r>
              <a:rPr lang="en-IN" sz="1600" dirty="0"/>
              <a:t>Uses the encoder frozen, with a 128-token input limit.</a:t>
            </a:r>
          </a:p>
          <a:p>
            <a:r>
              <a:rPr lang="en-IN" sz="1600" dirty="0"/>
              <a:t>Calculates cosine similarity between the normalized embeddings.</a:t>
            </a:r>
          </a:p>
          <a:p>
            <a:r>
              <a:rPr lang="en-IN" sz="1600" dirty="0"/>
              <a:t>This method can capture semantic relationships beyond exact word overlap, but it does not directly verify factual claims.</a:t>
            </a:r>
          </a:p>
          <a:p>
            <a:pPr lvl="0"/>
            <a:endParaRPr lang="en-IN" sz="1600" dirty="0"/>
          </a:p>
        </p:txBody>
      </p:sp>
      <p:sp>
        <p:nvSpPr>
          <p:cNvPr id="6" name="Content Placeholder 5">
            <a:extLst>
              <a:ext uri="{FF2B5EF4-FFF2-40B4-BE49-F238E27FC236}">
                <a16:creationId xmlns:a16="http://schemas.microsoft.com/office/drawing/2014/main" id="{30D6AFB4-1788-101A-3D1A-B3EC1EAEF4C7}"/>
              </a:ext>
            </a:extLst>
          </p:cNvPr>
          <p:cNvSpPr>
            <a:spLocks noGrp="1"/>
          </p:cNvSpPr>
          <p:nvPr>
            <p:ph sz="quarter" idx="4"/>
          </p:nvPr>
        </p:nvSpPr>
        <p:spPr>
          <a:xfrm>
            <a:off x="6357842" y="1123055"/>
            <a:ext cx="5385451" cy="4652907"/>
          </a:xfrm>
        </p:spPr>
        <p:txBody>
          <a:bodyPr>
            <a:noAutofit/>
          </a:bodyPr>
          <a:lstStyle/>
          <a:p>
            <a:pPr marL="0" indent="0">
              <a:buNone/>
            </a:pPr>
            <a:r>
              <a:rPr lang="en-IN" sz="1600" b="1" dirty="0"/>
              <a:t>Threshold selection and evaluation</a:t>
            </a:r>
            <a:endParaRPr lang="en-IN" sz="1600" dirty="0"/>
          </a:p>
          <a:p>
            <a:r>
              <a:rPr lang="en-IN" sz="1600" dirty="0"/>
              <a:t>Each model’s threshold was selected on the </a:t>
            </a:r>
            <a:r>
              <a:rPr lang="en-IN" sz="1600" b="1" dirty="0"/>
              <a:t>validation split</a:t>
            </a:r>
            <a:r>
              <a:rPr lang="en-IN" sz="1600" dirty="0"/>
              <a:t> to maximize Macro-F1, using consistent-class F1 to break ties. </a:t>
            </a:r>
          </a:p>
          <a:p>
            <a:r>
              <a:rPr lang="en-IN" sz="1600" dirty="0"/>
              <a:t>The selected thresholds were approximately </a:t>
            </a:r>
            <a:r>
              <a:rPr lang="en-IN" sz="1600" b="1" dirty="0"/>
              <a:t>0.0308 for TF-IDF</a:t>
            </a:r>
            <a:r>
              <a:rPr lang="en-IN" sz="1600" dirty="0"/>
              <a:t> and </a:t>
            </a:r>
            <a:r>
              <a:rPr lang="en-IN" sz="1600" b="1" dirty="0"/>
              <a:t>0.4118 for </a:t>
            </a:r>
            <a:r>
              <a:rPr lang="en-IN" sz="1600" b="1" dirty="0" err="1"/>
              <a:t>MiniLM</a:t>
            </a:r>
            <a:r>
              <a:rPr lang="en-IN" sz="1600" dirty="0"/>
              <a:t>. </a:t>
            </a:r>
          </a:p>
          <a:p>
            <a:r>
              <a:rPr lang="en-IN" sz="1600" dirty="0"/>
              <a:t>A score at or above the threshold predicts consistent; a lower score predicts inconsistent.</a:t>
            </a:r>
          </a:p>
          <a:p>
            <a:r>
              <a:rPr lang="en-IN" sz="1600" dirty="0"/>
              <a:t>The models were evaluated on the preserved official test set using </a:t>
            </a:r>
            <a:r>
              <a:rPr lang="en-IN" sz="1600" b="1" dirty="0"/>
              <a:t>Accuracy, Precision, Recall, Macro-F1, and ROC-AUC</a:t>
            </a:r>
            <a:r>
              <a:rPr lang="en-IN" sz="1600" dirty="0"/>
              <a:t>. </a:t>
            </a:r>
          </a:p>
          <a:p>
            <a:r>
              <a:rPr lang="en-IN" sz="1600" dirty="0"/>
              <a:t>The separate modified-headline challenge was used to assess whether the similarity scores detect edits to key facts.</a:t>
            </a:r>
          </a:p>
          <a:p>
            <a:r>
              <a:rPr lang="en-IN" sz="1600" dirty="0"/>
              <a:t>Both methods use the headline and the first 75 words of the article as the model input.</a:t>
            </a:r>
          </a:p>
          <a:p>
            <a:pPr marL="0" indent="0">
              <a:buNone/>
            </a:pPr>
            <a:endParaRPr lang="en-IN" sz="1600" dirty="0"/>
          </a:p>
        </p:txBody>
      </p:sp>
      <p:pic>
        <p:nvPicPr>
          <p:cNvPr id="11" name="Picture 10">
            <a:extLst>
              <a:ext uri="{FF2B5EF4-FFF2-40B4-BE49-F238E27FC236}">
                <a16:creationId xmlns:a16="http://schemas.microsoft.com/office/drawing/2014/main" id="{412FD7A5-F57A-85B5-6320-BD786A78AE9F}"/>
              </a:ext>
            </a:extLst>
          </p:cNvPr>
          <p:cNvPicPr>
            <a:picLocks noChangeAspect="1"/>
          </p:cNvPicPr>
          <p:nvPr/>
        </p:nvPicPr>
        <p:blipFill>
          <a:blip r:embed="rId2"/>
          <a:stretch>
            <a:fillRect/>
          </a:stretch>
        </p:blipFill>
        <p:spPr>
          <a:xfrm>
            <a:off x="0" y="794084"/>
            <a:ext cx="12192000" cy="5291488"/>
          </a:xfrm>
          <a:prstGeom prst="rect">
            <a:avLst/>
          </a:prstGeom>
        </p:spPr>
      </p:pic>
      <p:sp>
        <p:nvSpPr>
          <p:cNvPr id="3" name="TextBox 2">
            <a:extLst>
              <a:ext uri="{FF2B5EF4-FFF2-40B4-BE49-F238E27FC236}">
                <a16:creationId xmlns:a16="http://schemas.microsoft.com/office/drawing/2014/main" id="{B9CDDB28-BCFA-803B-282C-6DA74E3937D8}"/>
              </a:ext>
            </a:extLst>
          </p:cNvPr>
          <p:cNvSpPr txBox="1"/>
          <p:nvPr/>
        </p:nvSpPr>
        <p:spPr>
          <a:xfrm>
            <a:off x="554182" y="6276043"/>
            <a:ext cx="6096000" cy="276999"/>
          </a:xfrm>
          <a:prstGeom prst="rect">
            <a:avLst/>
          </a:prstGeom>
          <a:noFill/>
        </p:spPr>
        <p:txBody>
          <a:bodyPr wrap="square">
            <a:spAutoFit/>
          </a:bodyPr>
          <a:lstStyle/>
          <a:p>
            <a:r>
              <a:rPr lang="en-IN" sz="1200" dirty="0"/>
              <a:t>https://github.com/ALT3RNATOR/MTech-AIML-Project_17_HeadlineConsistency</a:t>
            </a:r>
          </a:p>
        </p:txBody>
      </p:sp>
    </p:spTree>
    <p:extLst>
      <p:ext uri="{BB962C8B-B14F-4D97-AF65-F5344CB8AC3E}">
        <p14:creationId xmlns:p14="http://schemas.microsoft.com/office/powerpoint/2010/main" val="2133666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E81A4-AC0C-8FA4-A796-58466AD0D7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106E34-0F5D-869F-2270-E545D3547116}"/>
              </a:ext>
            </a:extLst>
          </p:cNvPr>
          <p:cNvSpPr>
            <a:spLocks noGrp="1"/>
          </p:cNvSpPr>
          <p:nvPr>
            <p:ph type="title"/>
          </p:nvPr>
        </p:nvSpPr>
        <p:spPr>
          <a:xfrm>
            <a:off x="448055" y="240673"/>
            <a:ext cx="11295237" cy="1283288"/>
          </a:xfrm>
        </p:spPr>
        <p:txBody>
          <a:bodyPr/>
          <a:lstStyle/>
          <a:p>
            <a:r>
              <a:rPr lang="en-US" b="1" dirty="0">
                <a:solidFill>
                  <a:srgbClr val="142C3E"/>
                </a:solidFill>
                <a:latin typeface="Arial" panose="020B0604020202020204" pitchFamily="34" charset="0"/>
                <a:cs typeface="Arial" panose="020B0604020202020204" pitchFamily="34" charset="0"/>
              </a:rPr>
              <a:t>Experimental Setup</a:t>
            </a:r>
            <a:endParaRPr lang="en-IN" dirty="0">
              <a:solidFill>
                <a:srgbClr val="142C3E"/>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4D6DBBEB-E4D7-E4E4-3B0E-E3449A7D9B0A}"/>
              </a:ext>
            </a:extLst>
          </p:cNvPr>
          <p:cNvSpPr>
            <a:spLocks noGrp="1"/>
          </p:cNvSpPr>
          <p:nvPr>
            <p:ph sz="half" idx="2"/>
          </p:nvPr>
        </p:nvSpPr>
        <p:spPr>
          <a:xfrm>
            <a:off x="448054" y="1429861"/>
            <a:ext cx="5909785" cy="4273108"/>
          </a:xfrm>
        </p:spPr>
        <p:txBody>
          <a:bodyPr>
            <a:noAutofit/>
          </a:bodyPr>
          <a:lstStyle/>
          <a:p>
            <a:pPr marL="0" indent="0">
              <a:buNone/>
            </a:pPr>
            <a:r>
              <a:rPr lang="en-IN" sz="1600"/>
              <a:t>The data was partitioned by </a:t>
            </a:r>
            <a:r>
              <a:rPr lang="en-IN" sz="1600" b="1"/>
              <a:t>body_id </a:t>
            </a:r>
            <a:r>
              <a:rPr lang="en-IN" sz="1600"/>
              <a:t>to keep article groups separate across fitting, validation, official testing, and the modified-headline challenge. </a:t>
            </a:r>
          </a:p>
          <a:p>
            <a:pPr marL="0" indent="0">
              <a:buNone/>
            </a:pPr>
            <a:r>
              <a:rPr lang="en-IN" sz="1600"/>
              <a:t>The notebooks check for </a:t>
            </a:r>
            <a:r>
              <a:rPr lang="en-IN" sz="1600" b="1"/>
              <a:t>body_id </a:t>
            </a:r>
            <a:r>
              <a:rPr lang="en-IN" sz="1600"/>
              <a:t>overlap between partitions to reduce leakage.</a:t>
            </a:r>
            <a:endParaRPr lang="en-IN" sz="1600" dirty="0"/>
          </a:p>
        </p:txBody>
      </p:sp>
      <p:sp>
        <p:nvSpPr>
          <p:cNvPr id="6" name="Content Placeholder 5">
            <a:extLst>
              <a:ext uri="{FF2B5EF4-FFF2-40B4-BE49-F238E27FC236}">
                <a16:creationId xmlns:a16="http://schemas.microsoft.com/office/drawing/2014/main" id="{5EDDD1E3-605F-DAA5-5A73-82D9F9CD62C6}"/>
              </a:ext>
            </a:extLst>
          </p:cNvPr>
          <p:cNvSpPr>
            <a:spLocks noGrp="1"/>
          </p:cNvSpPr>
          <p:nvPr>
            <p:ph sz="quarter" idx="4"/>
          </p:nvPr>
        </p:nvSpPr>
        <p:spPr>
          <a:xfrm>
            <a:off x="6357841" y="1429861"/>
            <a:ext cx="5385451" cy="4652907"/>
          </a:xfrm>
        </p:spPr>
        <p:txBody>
          <a:bodyPr>
            <a:noAutofit/>
          </a:bodyPr>
          <a:lstStyle/>
          <a:p>
            <a:pPr marL="0" indent="0">
              <a:buNone/>
            </a:pPr>
            <a:r>
              <a:rPr lang="en-IN" sz="1600" b="1" dirty="0"/>
              <a:t>Modified-headline challenge design</a:t>
            </a:r>
          </a:p>
          <a:p>
            <a:pPr lvl="0"/>
            <a:r>
              <a:rPr lang="en-IN" sz="1600" dirty="0"/>
              <a:t>350 original headlines from agree examples.</a:t>
            </a:r>
          </a:p>
          <a:p>
            <a:pPr lvl="0"/>
            <a:r>
              <a:rPr lang="en-IN" sz="1600" dirty="0"/>
              <a:t>150 numeric-edit candidates, paired with 150 originals.</a:t>
            </a:r>
          </a:p>
          <a:p>
            <a:pPr lvl="0"/>
            <a:r>
              <a:rPr lang="en-IN" sz="1600" dirty="0"/>
              <a:t>200 additional original-only examples.</a:t>
            </a:r>
          </a:p>
          <a:p>
            <a:pPr lvl="0"/>
            <a:r>
              <a:rPr lang="en-IN" sz="1600" dirty="0"/>
              <a:t>The edited headlines were manually reviewed before accepting their labels.</a:t>
            </a:r>
          </a:p>
          <a:p>
            <a:pPr lvl="0"/>
            <a:r>
              <a:rPr lang="en-IN" sz="1600" dirty="0"/>
              <a:t>The official test set and the challenge set are kept separate from model fitting and threshold tuning.</a:t>
            </a:r>
          </a:p>
        </p:txBody>
      </p:sp>
      <p:graphicFrame>
        <p:nvGraphicFramePr>
          <p:cNvPr id="2" name="Table 1">
            <a:extLst>
              <a:ext uri="{FF2B5EF4-FFF2-40B4-BE49-F238E27FC236}">
                <a16:creationId xmlns:a16="http://schemas.microsoft.com/office/drawing/2014/main" id="{20F5E2B9-0745-9779-1C0C-C7ED1F3FADC2}"/>
              </a:ext>
            </a:extLst>
          </p:cNvPr>
          <p:cNvGraphicFramePr>
            <a:graphicFrameLocks noGrp="1"/>
          </p:cNvGraphicFramePr>
          <p:nvPr>
            <p:extLst>
              <p:ext uri="{D42A27DB-BD31-4B8C-83A1-F6EECF244321}">
                <p14:modId xmlns:p14="http://schemas.microsoft.com/office/powerpoint/2010/main" val="2746571588"/>
              </p:ext>
            </p:extLst>
          </p:nvPr>
        </p:nvGraphicFramePr>
        <p:xfrm>
          <a:off x="504474" y="3038767"/>
          <a:ext cx="3902244" cy="1737360"/>
        </p:xfrm>
        <a:graphic>
          <a:graphicData uri="http://schemas.openxmlformats.org/drawingml/2006/table">
            <a:tbl>
              <a:tblPr>
                <a:tableStyleId>{22838BEF-8BB2-4498-84A7-C5851F593DF1}</a:tableStyleId>
              </a:tblPr>
              <a:tblGrid>
                <a:gridCol w="1951122">
                  <a:extLst>
                    <a:ext uri="{9D8B030D-6E8A-4147-A177-3AD203B41FA5}">
                      <a16:colId xmlns:a16="http://schemas.microsoft.com/office/drawing/2014/main" val="2288309408"/>
                    </a:ext>
                  </a:extLst>
                </a:gridCol>
                <a:gridCol w="1951122">
                  <a:extLst>
                    <a:ext uri="{9D8B030D-6E8A-4147-A177-3AD203B41FA5}">
                      <a16:colId xmlns:a16="http://schemas.microsoft.com/office/drawing/2014/main" val="2454974960"/>
                    </a:ext>
                  </a:extLst>
                </a:gridCol>
              </a:tblGrid>
              <a:tr h="0">
                <a:tc>
                  <a:txBody>
                    <a:bodyPr/>
                    <a:lstStyle/>
                    <a:p>
                      <a:pPr>
                        <a:buNone/>
                      </a:pPr>
                      <a:r>
                        <a:rPr lang="en-IN" sz="1400" b="1" dirty="0"/>
                        <a:t>Partition</a:t>
                      </a:r>
                    </a:p>
                  </a:txBody>
                  <a:tcPr anchor="ctr"/>
                </a:tc>
                <a:tc>
                  <a:txBody>
                    <a:bodyPr/>
                    <a:lstStyle/>
                    <a:p>
                      <a:pPr>
                        <a:buNone/>
                      </a:pPr>
                      <a:r>
                        <a:rPr lang="en-IN" sz="1400" b="1" dirty="0"/>
                        <a:t>Rows</a:t>
                      </a:r>
                    </a:p>
                  </a:txBody>
                  <a:tcPr anchor="ctr"/>
                </a:tc>
                <a:extLst>
                  <a:ext uri="{0D108BD9-81ED-4DB2-BD59-A6C34878D82A}">
                    <a16:rowId xmlns:a16="http://schemas.microsoft.com/office/drawing/2014/main" val="3423042795"/>
                  </a:ext>
                </a:extLst>
              </a:tr>
              <a:tr h="0">
                <a:tc>
                  <a:txBody>
                    <a:bodyPr/>
                    <a:lstStyle/>
                    <a:p>
                      <a:pPr>
                        <a:buNone/>
                      </a:pPr>
                      <a:r>
                        <a:rPr lang="en-IN" sz="1400"/>
                        <a:t>Fit/training</a:t>
                      </a:r>
                    </a:p>
                  </a:txBody>
                  <a:tcPr anchor="ctr"/>
                </a:tc>
                <a:tc>
                  <a:txBody>
                    <a:bodyPr/>
                    <a:lstStyle/>
                    <a:p>
                      <a:pPr>
                        <a:buNone/>
                      </a:pPr>
                      <a:r>
                        <a:rPr lang="en-IN" sz="1400"/>
                        <a:t>31,957</a:t>
                      </a:r>
                    </a:p>
                  </a:txBody>
                  <a:tcPr anchor="ctr"/>
                </a:tc>
                <a:extLst>
                  <a:ext uri="{0D108BD9-81ED-4DB2-BD59-A6C34878D82A}">
                    <a16:rowId xmlns:a16="http://schemas.microsoft.com/office/drawing/2014/main" val="763753789"/>
                  </a:ext>
                </a:extLst>
              </a:tr>
              <a:tr h="0">
                <a:tc>
                  <a:txBody>
                    <a:bodyPr/>
                    <a:lstStyle/>
                    <a:p>
                      <a:pPr>
                        <a:buNone/>
                      </a:pPr>
                      <a:r>
                        <a:rPr lang="en-IN" sz="1400"/>
                        <a:t>Validation</a:t>
                      </a:r>
                    </a:p>
                  </a:txBody>
                  <a:tcPr anchor="ctr"/>
                </a:tc>
                <a:tc>
                  <a:txBody>
                    <a:bodyPr/>
                    <a:lstStyle/>
                    <a:p>
                      <a:pPr>
                        <a:buNone/>
                      </a:pPr>
                      <a:r>
                        <a:rPr lang="en-IN" sz="1400" dirty="0"/>
                        <a:t>7,670</a:t>
                      </a:r>
                    </a:p>
                  </a:txBody>
                  <a:tcPr anchor="ctr"/>
                </a:tc>
                <a:extLst>
                  <a:ext uri="{0D108BD9-81ED-4DB2-BD59-A6C34878D82A}">
                    <a16:rowId xmlns:a16="http://schemas.microsoft.com/office/drawing/2014/main" val="2049953891"/>
                  </a:ext>
                </a:extLst>
              </a:tr>
              <a:tr h="0">
                <a:tc>
                  <a:txBody>
                    <a:bodyPr/>
                    <a:lstStyle/>
                    <a:p>
                      <a:pPr>
                        <a:buNone/>
                      </a:pPr>
                      <a:r>
                        <a:rPr lang="en-IN" sz="1400"/>
                        <a:t>Official test</a:t>
                      </a:r>
                    </a:p>
                  </a:txBody>
                  <a:tcPr anchor="ctr"/>
                </a:tc>
                <a:tc>
                  <a:txBody>
                    <a:bodyPr/>
                    <a:lstStyle/>
                    <a:p>
                      <a:pPr>
                        <a:buNone/>
                      </a:pPr>
                      <a:r>
                        <a:rPr lang="en-IN" sz="1400" dirty="0"/>
                        <a:t>25,413</a:t>
                      </a:r>
                    </a:p>
                  </a:txBody>
                  <a:tcPr anchor="ctr"/>
                </a:tc>
                <a:extLst>
                  <a:ext uri="{0D108BD9-81ED-4DB2-BD59-A6C34878D82A}">
                    <a16:rowId xmlns:a16="http://schemas.microsoft.com/office/drawing/2014/main" val="1081462338"/>
                  </a:ext>
                </a:extLst>
              </a:tr>
              <a:tr h="0">
                <a:tc>
                  <a:txBody>
                    <a:bodyPr/>
                    <a:lstStyle/>
                    <a:p>
                      <a:pPr>
                        <a:buNone/>
                      </a:pPr>
                      <a:r>
                        <a:rPr lang="en-IN" sz="1400"/>
                        <a:t>Challenge candidates before manual review</a:t>
                      </a:r>
                    </a:p>
                  </a:txBody>
                  <a:tcPr anchor="ctr"/>
                </a:tc>
                <a:tc>
                  <a:txBody>
                    <a:bodyPr/>
                    <a:lstStyle/>
                    <a:p>
                      <a:pPr>
                        <a:buNone/>
                      </a:pPr>
                      <a:r>
                        <a:rPr lang="en-IN" sz="1400" dirty="0"/>
                        <a:t>500</a:t>
                      </a:r>
                    </a:p>
                  </a:txBody>
                  <a:tcPr anchor="ctr"/>
                </a:tc>
                <a:extLst>
                  <a:ext uri="{0D108BD9-81ED-4DB2-BD59-A6C34878D82A}">
                    <a16:rowId xmlns:a16="http://schemas.microsoft.com/office/drawing/2014/main" val="4072141821"/>
                  </a:ext>
                </a:extLst>
              </a:tr>
            </a:tbl>
          </a:graphicData>
        </a:graphic>
      </p:graphicFrame>
    </p:spTree>
    <p:extLst>
      <p:ext uri="{BB962C8B-B14F-4D97-AF65-F5344CB8AC3E}">
        <p14:creationId xmlns:p14="http://schemas.microsoft.com/office/powerpoint/2010/main" val="339879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34C1-6507-4C45-CBB0-5A198A7B7A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4D699F-0548-65BE-672A-9DAE32DC33A6}"/>
              </a:ext>
            </a:extLst>
          </p:cNvPr>
          <p:cNvSpPr>
            <a:spLocks noGrp="1"/>
          </p:cNvSpPr>
          <p:nvPr>
            <p:ph type="title"/>
          </p:nvPr>
        </p:nvSpPr>
        <p:spPr>
          <a:xfrm>
            <a:off x="448055" y="240673"/>
            <a:ext cx="11295237" cy="1283288"/>
          </a:xfrm>
        </p:spPr>
        <p:txBody>
          <a:bodyPr/>
          <a:lstStyle/>
          <a:p>
            <a:r>
              <a:rPr lang="en-IN" b="1" dirty="0">
                <a:solidFill>
                  <a:srgbClr val="142C3E"/>
                </a:solidFill>
                <a:latin typeface="Arial" panose="020B0604020202020204" pitchFamily="34" charset="0"/>
                <a:cs typeface="Arial" panose="020B0604020202020204" pitchFamily="34" charset="0"/>
              </a:rPr>
              <a:t>Official-Test Results</a:t>
            </a:r>
          </a:p>
        </p:txBody>
      </p:sp>
      <p:sp>
        <p:nvSpPr>
          <p:cNvPr id="5" name="Content Placeholder 4">
            <a:extLst>
              <a:ext uri="{FF2B5EF4-FFF2-40B4-BE49-F238E27FC236}">
                <a16:creationId xmlns:a16="http://schemas.microsoft.com/office/drawing/2014/main" id="{441A2154-CE5C-C371-877B-E3218A499A4D}"/>
              </a:ext>
            </a:extLst>
          </p:cNvPr>
          <p:cNvSpPr>
            <a:spLocks noGrp="1"/>
          </p:cNvSpPr>
          <p:nvPr>
            <p:ph sz="half" idx="2"/>
          </p:nvPr>
        </p:nvSpPr>
        <p:spPr>
          <a:xfrm>
            <a:off x="448055" y="1429861"/>
            <a:ext cx="6950097" cy="4273108"/>
          </a:xfrm>
        </p:spPr>
        <p:txBody>
          <a:bodyPr>
            <a:noAutofit/>
          </a:bodyPr>
          <a:lstStyle/>
          <a:p>
            <a:r>
              <a:rPr lang="en-IN" sz="1600" dirty="0"/>
              <a:t>The official test set contains </a:t>
            </a:r>
            <a:r>
              <a:rPr lang="en-IN" sz="1600" b="1" dirty="0"/>
              <a:t>25,413 headline–article pairs</a:t>
            </a:r>
            <a:r>
              <a:rPr lang="en-IN" sz="1600" dirty="0"/>
              <a:t>. Both models used the thresholds selected on validation: </a:t>
            </a:r>
            <a:r>
              <a:rPr lang="en-IN" sz="1600" b="1" dirty="0"/>
              <a:t>0.0308</a:t>
            </a:r>
            <a:r>
              <a:rPr lang="en-IN" sz="1600" dirty="0"/>
              <a:t> for TF-IDF and </a:t>
            </a:r>
            <a:r>
              <a:rPr lang="en-IN" sz="1600" b="1" dirty="0"/>
              <a:t>0.4118</a:t>
            </a:r>
            <a:r>
              <a:rPr lang="en-IN" sz="1600" dirty="0"/>
              <a:t> for </a:t>
            </a:r>
            <a:r>
              <a:rPr lang="en-IN" sz="1600" dirty="0" err="1"/>
              <a:t>MiniLM</a:t>
            </a:r>
            <a:r>
              <a:rPr lang="en-IN" sz="1600" dirty="0"/>
              <a:t>.</a:t>
            </a:r>
          </a:p>
          <a:p>
            <a:r>
              <a:rPr lang="en-IN" sz="1600" dirty="0" err="1"/>
              <a:t>MiniLM</a:t>
            </a:r>
            <a:r>
              <a:rPr lang="en-IN" sz="1600" dirty="0"/>
              <a:t> scored higher on all five metrics. Both methods achieved strong ROC-AUC, while </a:t>
            </a:r>
            <a:r>
              <a:rPr lang="en-IN" sz="1600" dirty="0" err="1"/>
              <a:t>MiniLM</a:t>
            </a:r>
            <a:r>
              <a:rPr lang="en-IN" sz="1600" dirty="0"/>
              <a:t> had better overall classification performance at its validation-selected threshold.</a:t>
            </a:r>
          </a:p>
          <a:p>
            <a:pPr marL="0" indent="0">
              <a:buNone/>
            </a:pPr>
            <a:r>
              <a:rPr lang="en-IN" sz="1600" dirty="0"/>
              <a:t>Interpretation: The official-test results support the hypothesis that sentence embeddings are more effective than TF-IDF for this dataset and evaluation setup.</a:t>
            </a:r>
          </a:p>
        </p:txBody>
      </p:sp>
      <p:graphicFrame>
        <p:nvGraphicFramePr>
          <p:cNvPr id="7" name="Table 6">
            <a:extLst>
              <a:ext uri="{FF2B5EF4-FFF2-40B4-BE49-F238E27FC236}">
                <a16:creationId xmlns:a16="http://schemas.microsoft.com/office/drawing/2014/main" id="{1F467257-81D6-8078-A3B8-C6FCB070531A}"/>
              </a:ext>
            </a:extLst>
          </p:cNvPr>
          <p:cNvGraphicFramePr/>
          <p:nvPr>
            <p:extLst>
              <p:ext uri="{D42A27DB-BD31-4B8C-83A1-F6EECF244321}">
                <p14:modId xmlns:p14="http://schemas.microsoft.com/office/powerpoint/2010/main" val="649843739"/>
              </p:ext>
            </p:extLst>
          </p:nvPr>
        </p:nvGraphicFramePr>
        <p:xfrm>
          <a:off x="448053" y="3996945"/>
          <a:ext cx="7096067" cy="1946655"/>
        </p:xfrm>
        <a:graphic>
          <a:graphicData uri="http://schemas.openxmlformats.org/drawingml/2006/table">
            <a:tbl>
              <a:tblPr firstRow="1" bandRow="1">
                <a:tableStyleId>{FABFCF23-3B69-468F-B69F-88F6DE6A72F2}</a:tableStyleId>
              </a:tblPr>
              <a:tblGrid>
                <a:gridCol w="1657473">
                  <a:extLst>
                    <a:ext uri="{9D8B030D-6E8A-4147-A177-3AD203B41FA5}">
                      <a16:colId xmlns:a16="http://schemas.microsoft.com/office/drawing/2014/main" val="20000"/>
                    </a:ext>
                  </a:extLst>
                </a:gridCol>
                <a:gridCol w="1118937">
                  <a:extLst>
                    <a:ext uri="{9D8B030D-6E8A-4147-A177-3AD203B41FA5}">
                      <a16:colId xmlns:a16="http://schemas.microsoft.com/office/drawing/2014/main" val="20001"/>
                    </a:ext>
                  </a:extLst>
                </a:gridCol>
                <a:gridCol w="1221699">
                  <a:extLst>
                    <a:ext uri="{9D8B030D-6E8A-4147-A177-3AD203B41FA5}">
                      <a16:colId xmlns:a16="http://schemas.microsoft.com/office/drawing/2014/main" val="20002"/>
                    </a:ext>
                  </a:extLst>
                </a:gridCol>
                <a:gridCol w="853749">
                  <a:extLst>
                    <a:ext uri="{9D8B030D-6E8A-4147-A177-3AD203B41FA5}">
                      <a16:colId xmlns:a16="http://schemas.microsoft.com/office/drawing/2014/main" val="20003"/>
                    </a:ext>
                  </a:extLst>
                </a:gridCol>
                <a:gridCol w="1143318">
                  <a:extLst>
                    <a:ext uri="{9D8B030D-6E8A-4147-A177-3AD203B41FA5}">
                      <a16:colId xmlns:a16="http://schemas.microsoft.com/office/drawing/2014/main" val="20004"/>
                    </a:ext>
                  </a:extLst>
                </a:gridCol>
                <a:gridCol w="1100891">
                  <a:extLst>
                    <a:ext uri="{9D8B030D-6E8A-4147-A177-3AD203B41FA5}">
                      <a16:colId xmlns:a16="http://schemas.microsoft.com/office/drawing/2014/main" val="20005"/>
                    </a:ext>
                  </a:extLst>
                </a:gridCol>
              </a:tblGrid>
              <a:tr h="648885">
                <a:tc>
                  <a:txBody>
                    <a:bodyPr/>
                    <a:lstStyle/>
                    <a:p>
                      <a:pPr algn="l"/>
                      <a:r>
                        <a:rPr sz="1600" b="1" dirty="0">
                          <a:solidFill>
                            <a:srgbClr val="FFFFFF"/>
                          </a:solidFill>
                          <a:latin typeface="Arial" panose="020B0604020202020204" pitchFamily="34" charset="0"/>
                          <a:cs typeface="Arial" panose="020B0604020202020204" pitchFamily="34" charset="0"/>
                        </a:rPr>
                        <a:t>Method</a:t>
                      </a:r>
                      <a:endParaRPr sz="1600" b="1" dirty="0">
                        <a:solidFill>
                          <a:srgbClr val="FFFFFF"/>
                        </a:solidFill>
                        <a:latin typeface="Arial" panose="020B0604020202020204" pitchFamily="34" charset="0"/>
                        <a:ea typeface="Arial"/>
                        <a:cs typeface="Arial" panose="020B0604020202020204" pitchFamily="34" charset="0"/>
                      </a:endParaRPr>
                    </a:p>
                  </a:txBody>
                  <a:tcPr/>
                </a:tc>
                <a:tc>
                  <a:txBody>
                    <a:bodyPr/>
                    <a:lstStyle/>
                    <a:p>
                      <a:pPr algn="l"/>
                      <a:r>
                        <a:rPr sz="1600" b="1">
                          <a:solidFill>
                            <a:srgbClr val="FFFFFF"/>
                          </a:solidFill>
                          <a:latin typeface="Arial" panose="020B0604020202020204" pitchFamily="34" charset="0"/>
                          <a:cs typeface="Arial" panose="020B0604020202020204" pitchFamily="34" charset="0"/>
                        </a:rPr>
                        <a:t>Accuracy</a:t>
                      </a:r>
                      <a:endParaRPr sz="1600" b="1">
                        <a:solidFill>
                          <a:srgbClr val="FFFFFF"/>
                        </a:solidFill>
                        <a:latin typeface="Arial" panose="020B0604020202020204" pitchFamily="34" charset="0"/>
                        <a:ea typeface="Arial"/>
                        <a:cs typeface="Arial" panose="020B0604020202020204" pitchFamily="34" charset="0"/>
                      </a:endParaRPr>
                    </a:p>
                  </a:txBody>
                  <a:tcPr/>
                </a:tc>
                <a:tc>
                  <a:txBody>
                    <a:bodyPr/>
                    <a:lstStyle/>
                    <a:p>
                      <a:pPr algn="l"/>
                      <a:r>
                        <a:rPr sz="1600" b="1">
                          <a:solidFill>
                            <a:srgbClr val="FFFFFF"/>
                          </a:solidFill>
                          <a:latin typeface="Arial" panose="020B0604020202020204" pitchFamily="34" charset="0"/>
                          <a:cs typeface="Arial" panose="020B0604020202020204" pitchFamily="34" charset="0"/>
                        </a:rPr>
                        <a:t>Precision</a:t>
                      </a:r>
                      <a:endParaRPr sz="1600" b="1">
                        <a:solidFill>
                          <a:srgbClr val="FFFFFF"/>
                        </a:solidFill>
                        <a:latin typeface="Arial" panose="020B0604020202020204" pitchFamily="34" charset="0"/>
                        <a:ea typeface="Arial"/>
                        <a:cs typeface="Arial" panose="020B0604020202020204" pitchFamily="34" charset="0"/>
                      </a:endParaRPr>
                    </a:p>
                  </a:txBody>
                  <a:tcPr/>
                </a:tc>
                <a:tc>
                  <a:txBody>
                    <a:bodyPr/>
                    <a:lstStyle/>
                    <a:p>
                      <a:pPr algn="l"/>
                      <a:r>
                        <a:rPr sz="1600" b="1" dirty="0">
                          <a:solidFill>
                            <a:srgbClr val="FFFFFF"/>
                          </a:solidFill>
                          <a:latin typeface="Arial" panose="020B0604020202020204" pitchFamily="34" charset="0"/>
                          <a:cs typeface="Arial" panose="020B0604020202020204" pitchFamily="34" charset="0"/>
                        </a:rPr>
                        <a:t>Recall</a:t>
                      </a:r>
                      <a:endParaRPr sz="1600" b="1" dirty="0">
                        <a:solidFill>
                          <a:srgbClr val="FFFFFF"/>
                        </a:solidFill>
                        <a:latin typeface="Arial" panose="020B0604020202020204" pitchFamily="34" charset="0"/>
                        <a:ea typeface="Arial"/>
                        <a:cs typeface="Arial" panose="020B0604020202020204" pitchFamily="34" charset="0"/>
                      </a:endParaRPr>
                    </a:p>
                  </a:txBody>
                  <a:tcPr/>
                </a:tc>
                <a:tc>
                  <a:txBody>
                    <a:bodyPr/>
                    <a:lstStyle/>
                    <a:p>
                      <a:pPr algn="l"/>
                      <a:r>
                        <a:rPr sz="1600" b="1">
                          <a:solidFill>
                            <a:srgbClr val="FFFFFF"/>
                          </a:solidFill>
                          <a:latin typeface="Arial" panose="020B0604020202020204" pitchFamily="34" charset="0"/>
                          <a:cs typeface="Arial" panose="020B0604020202020204" pitchFamily="34" charset="0"/>
                        </a:rPr>
                        <a:t>Macro-F1</a:t>
                      </a:r>
                      <a:endParaRPr sz="1600" b="1">
                        <a:solidFill>
                          <a:srgbClr val="FFFFFF"/>
                        </a:solidFill>
                        <a:latin typeface="Arial" panose="020B0604020202020204" pitchFamily="34" charset="0"/>
                        <a:ea typeface="Arial"/>
                        <a:cs typeface="Arial" panose="020B0604020202020204" pitchFamily="34" charset="0"/>
                      </a:endParaRPr>
                    </a:p>
                  </a:txBody>
                  <a:tcPr/>
                </a:tc>
                <a:tc>
                  <a:txBody>
                    <a:bodyPr/>
                    <a:lstStyle/>
                    <a:p>
                      <a:pPr algn="l"/>
                      <a:r>
                        <a:rPr sz="1600" b="1" dirty="0">
                          <a:solidFill>
                            <a:srgbClr val="FFFFFF"/>
                          </a:solidFill>
                          <a:latin typeface="Arial" panose="020B0604020202020204" pitchFamily="34" charset="0"/>
                          <a:cs typeface="Arial" panose="020B0604020202020204" pitchFamily="34" charset="0"/>
                        </a:rPr>
                        <a:t>ROC-AUC</a:t>
                      </a:r>
                      <a:endParaRPr sz="1600" b="1" dirty="0">
                        <a:solidFill>
                          <a:srgbClr val="FFFFFF"/>
                        </a:solidFill>
                        <a:latin typeface="Arial" panose="020B0604020202020204" pitchFamily="34" charset="0"/>
                        <a:ea typeface="Arial"/>
                        <a:cs typeface="Arial" panose="020B0604020202020204" pitchFamily="34" charset="0"/>
                      </a:endParaRPr>
                    </a:p>
                  </a:txBody>
                  <a:tcPr/>
                </a:tc>
                <a:extLst>
                  <a:ext uri="{0D108BD9-81ED-4DB2-BD59-A6C34878D82A}">
                    <a16:rowId xmlns:a16="http://schemas.microsoft.com/office/drawing/2014/main" val="10000"/>
                  </a:ext>
                </a:extLst>
              </a:tr>
              <a:tr h="648885">
                <a:tc>
                  <a:txBody>
                    <a:bodyPr/>
                    <a:lstStyle/>
                    <a:p>
                      <a:r>
                        <a:rPr sz="1575" b="1">
                          <a:solidFill>
                            <a:srgbClr val="142C3E"/>
                          </a:solidFill>
                          <a:latin typeface="Arial" panose="020B0604020202020204" pitchFamily="34" charset="0"/>
                          <a:cs typeface="Arial" panose="020B0604020202020204" pitchFamily="34" charset="0"/>
                        </a:rPr>
                        <a:t>TF-IDF + cosine</a:t>
                      </a:r>
                      <a:endParaRPr sz="1575" b="1">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0.917</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0.798</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0.899</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0.894</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0.948</a:t>
                      </a:r>
                      <a:endParaRPr sz="1575" b="0">
                        <a:solidFill>
                          <a:srgbClr val="142C3E"/>
                        </a:solidFill>
                        <a:latin typeface="Arial" panose="020B0604020202020204" pitchFamily="34" charset="0"/>
                        <a:ea typeface="Arial"/>
                        <a:cs typeface="Arial" panose="020B0604020202020204" pitchFamily="34" charset="0"/>
                      </a:endParaRPr>
                    </a:p>
                  </a:txBody>
                  <a:tcPr/>
                </a:tc>
                <a:extLst>
                  <a:ext uri="{0D108BD9-81ED-4DB2-BD59-A6C34878D82A}">
                    <a16:rowId xmlns:a16="http://schemas.microsoft.com/office/drawing/2014/main" val="10001"/>
                  </a:ext>
                </a:extLst>
              </a:tr>
              <a:tr h="648885">
                <a:tc>
                  <a:txBody>
                    <a:bodyPr/>
                    <a:lstStyle/>
                    <a:p>
                      <a:r>
                        <a:rPr sz="1575" b="1">
                          <a:solidFill>
                            <a:srgbClr val="142C3E"/>
                          </a:solidFill>
                          <a:latin typeface="Arial" panose="020B0604020202020204" pitchFamily="34" charset="0"/>
                          <a:cs typeface="Arial" panose="020B0604020202020204" pitchFamily="34" charset="0"/>
                        </a:rPr>
                        <a:t>Embeddings + cosine</a:t>
                      </a:r>
                      <a:endParaRPr sz="1575" b="1">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0.956</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0.893</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0.939</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a:solidFill>
                            <a:srgbClr val="142C3E"/>
                          </a:solidFill>
                          <a:latin typeface="Arial" panose="020B0604020202020204" pitchFamily="34" charset="0"/>
                          <a:cs typeface="Arial" panose="020B0604020202020204" pitchFamily="34" charset="0"/>
                        </a:rPr>
                        <a:t>0.943</a:t>
                      </a:r>
                      <a:endParaRPr sz="1575" b="0">
                        <a:solidFill>
                          <a:srgbClr val="142C3E"/>
                        </a:solidFill>
                        <a:latin typeface="Arial" panose="020B0604020202020204" pitchFamily="34" charset="0"/>
                        <a:ea typeface="Arial"/>
                        <a:cs typeface="Arial" panose="020B0604020202020204" pitchFamily="34" charset="0"/>
                      </a:endParaRPr>
                    </a:p>
                  </a:txBody>
                  <a:tcPr/>
                </a:tc>
                <a:tc>
                  <a:txBody>
                    <a:bodyPr/>
                    <a:lstStyle/>
                    <a:p>
                      <a:r>
                        <a:rPr sz="1575" b="0" dirty="0">
                          <a:solidFill>
                            <a:srgbClr val="142C3E"/>
                          </a:solidFill>
                          <a:latin typeface="Arial" panose="020B0604020202020204" pitchFamily="34" charset="0"/>
                          <a:cs typeface="Arial" panose="020B0604020202020204" pitchFamily="34" charset="0"/>
                        </a:rPr>
                        <a:t>0.985</a:t>
                      </a:r>
                      <a:endParaRPr sz="1575" b="0" dirty="0">
                        <a:solidFill>
                          <a:srgbClr val="142C3E"/>
                        </a:solidFill>
                        <a:latin typeface="Arial" panose="020B0604020202020204" pitchFamily="34" charset="0"/>
                        <a:ea typeface="Arial"/>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pic>
        <p:nvPicPr>
          <p:cNvPr id="14" name="Picture 13" descr="Square official-test results graph">
            <a:extLst>
              <a:ext uri="{FF2B5EF4-FFF2-40B4-BE49-F238E27FC236}">
                <a16:creationId xmlns:a16="http://schemas.microsoft.com/office/drawing/2014/main" id="{9D4235D6-E461-A5D5-AB92-4AC8A2E78679}"/>
              </a:ext>
            </a:extLst>
          </p:cNvPr>
          <p:cNvPicPr>
            <a:picLocks noChangeAspect="1"/>
          </p:cNvPicPr>
          <p:nvPr/>
        </p:nvPicPr>
        <p:blipFill>
          <a:blip r:embed="rId2"/>
          <a:stretch>
            <a:fillRect/>
          </a:stretch>
        </p:blipFill>
        <p:spPr>
          <a:xfrm>
            <a:off x="7573879" y="1335194"/>
            <a:ext cx="4584899" cy="4584899"/>
          </a:xfrm>
          <a:prstGeom prst="rect">
            <a:avLst/>
          </a:prstGeom>
        </p:spPr>
      </p:pic>
      <p:pic>
        <p:nvPicPr>
          <p:cNvPr id="17" name="Picture 16">
            <a:extLst>
              <a:ext uri="{FF2B5EF4-FFF2-40B4-BE49-F238E27FC236}">
                <a16:creationId xmlns:a16="http://schemas.microsoft.com/office/drawing/2014/main" id="{AE373420-FA67-6B75-942E-55EFC978B1B8}"/>
              </a:ext>
            </a:extLst>
          </p:cNvPr>
          <p:cNvPicPr>
            <a:picLocks noChangeAspect="1"/>
          </p:cNvPicPr>
          <p:nvPr/>
        </p:nvPicPr>
        <p:blipFill>
          <a:blip r:embed="rId3"/>
          <a:stretch>
            <a:fillRect/>
          </a:stretch>
        </p:blipFill>
        <p:spPr>
          <a:xfrm>
            <a:off x="10451964" y="1335194"/>
            <a:ext cx="1467055" cy="866896"/>
          </a:xfrm>
          <a:prstGeom prst="rect">
            <a:avLst/>
          </a:prstGeom>
        </p:spPr>
      </p:pic>
    </p:spTree>
    <p:extLst>
      <p:ext uri="{BB962C8B-B14F-4D97-AF65-F5344CB8AC3E}">
        <p14:creationId xmlns:p14="http://schemas.microsoft.com/office/powerpoint/2010/main" val="1689028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C3698-ABF7-4AD9-0C5E-6D83EFA6CD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A89378-9F81-FE4A-E48A-ED10F4781E7C}"/>
              </a:ext>
            </a:extLst>
          </p:cNvPr>
          <p:cNvSpPr>
            <a:spLocks noGrp="1"/>
          </p:cNvSpPr>
          <p:nvPr>
            <p:ph type="title"/>
          </p:nvPr>
        </p:nvSpPr>
        <p:spPr>
          <a:xfrm>
            <a:off x="448055" y="240673"/>
            <a:ext cx="11295237" cy="1283288"/>
          </a:xfrm>
        </p:spPr>
        <p:txBody>
          <a:bodyPr/>
          <a:lstStyle/>
          <a:p>
            <a:r>
              <a:rPr lang="en-IN" b="1" dirty="0">
                <a:solidFill>
                  <a:srgbClr val="142C3E"/>
                </a:solidFill>
                <a:latin typeface="Arial" panose="020B0604020202020204" pitchFamily="34" charset="0"/>
                <a:cs typeface="Arial" panose="020B0604020202020204" pitchFamily="34" charset="0"/>
              </a:rPr>
              <a:t>Modified-Headline Challenge and Failure Cases</a:t>
            </a:r>
          </a:p>
        </p:txBody>
      </p:sp>
      <p:sp>
        <p:nvSpPr>
          <p:cNvPr id="5" name="Content Placeholder 4">
            <a:extLst>
              <a:ext uri="{FF2B5EF4-FFF2-40B4-BE49-F238E27FC236}">
                <a16:creationId xmlns:a16="http://schemas.microsoft.com/office/drawing/2014/main" id="{D7D55CFE-C806-F6FE-7119-137EDBF5E7DC}"/>
              </a:ext>
            </a:extLst>
          </p:cNvPr>
          <p:cNvSpPr>
            <a:spLocks noGrp="1"/>
          </p:cNvSpPr>
          <p:nvPr>
            <p:ph sz="half" idx="2"/>
          </p:nvPr>
        </p:nvSpPr>
        <p:spPr>
          <a:xfrm>
            <a:off x="580813" y="1523961"/>
            <a:ext cx="5475318" cy="4712260"/>
          </a:xfrm>
        </p:spPr>
        <p:txBody>
          <a:bodyPr>
            <a:noAutofit/>
          </a:bodyPr>
          <a:lstStyle/>
          <a:p>
            <a:r>
              <a:rPr lang="en-IN" sz="1600" b="1" dirty="0"/>
              <a:t>Objective:</a:t>
            </a:r>
            <a:r>
              <a:rPr lang="en-IN" sz="1600" dirty="0"/>
              <a:t> Test whether the models detect subtle numerical changes in headlines that otherwise match their articles.</a:t>
            </a:r>
          </a:p>
          <a:p>
            <a:r>
              <a:rPr lang="en-IN" sz="1600" dirty="0"/>
              <a:t>The challenge used </a:t>
            </a:r>
            <a:r>
              <a:rPr lang="en-IN" sz="1600" b="1" dirty="0"/>
              <a:t>350 original consistent headlines</a:t>
            </a:r>
            <a:r>
              <a:rPr lang="en-IN" sz="1600" dirty="0"/>
              <a:t> and </a:t>
            </a:r>
            <a:r>
              <a:rPr lang="en-IN" sz="1600" b="1" dirty="0"/>
              <a:t>150 numeric-edit candidates</a:t>
            </a:r>
            <a:r>
              <a:rPr lang="en-IN" sz="1600" dirty="0"/>
              <a:t>. Each candidate changed a number in the headline when the original number appeared in the article text and the changed number did not. </a:t>
            </a:r>
          </a:p>
          <a:p>
            <a:r>
              <a:rPr lang="en-IN" sz="1600" dirty="0"/>
              <a:t>After manual review, </a:t>
            </a:r>
            <a:r>
              <a:rPr lang="en-IN" sz="1600" b="1" dirty="0"/>
              <a:t>132 edits were approved</a:t>
            </a:r>
            <a:r>
              <a:rPr lang="en-IN" sz="1600" dirty="0"/>
              <a:t> and 18 were rejected, leaving </a:t>
            </a:r>
            <a:r>
              <a:rPr lang="en-IN" sz="1600" b="1" dirty="0"/>
              <a:t>482 examples</a:t>
            </a:r>
            <a:r>
              <a:rPr lang="en-IN" sz="1600" dirty="0"/>
              <a:t> for scoring: 350 originals and 132 approved edits.</a:t>
            </a:r>
          </a:p>
          <a:p>
            <a:pPr lvl="0"/>
            <a:r>
              <a:rPr lang="en-IN" sz="1600" dirty="0"/>
              <a:t>Both models performed much worse on this challenge than on the official test. Although </a:t>
            </a:r>
            <a:r>
              <a:rPr lang="en-IN" sz="1600" dirty="0" err="1"/>
              <a:t>MiniLM</a:t>
            </a:r>
            <a:r>
              <a:rPr lang="en-IN" sz="1600" dirty="0"/>
              <a:t> rejected more approved edits than TF-IDF, it still rejected only </a:t>
            </a:r>
            <a:r>
              <a:rPr lang="en-IN" sz="1600" b="1" dirty="0"/>
              <a:t>6.82%</a:t>
            </a:r>
            <a:r>
              <a:rPr lang="en-IN" sz="1600" dirty="0"/>
              <a:t>. </a:t>
            </a:r>
          </a:p>
          <a:p>
            <a:pPr lvl="0"/>
            <a:r>
              <a:rPr lang="en-IN" sz="1600" dirty="0"/>
              <a:t>The paired-flip rate was low for both: it measures how often a model accepts an original headline and rejects its edited version.</a:t>
            </a:r>
          </a:p>
          <a:p>
            <a:endParaRPr lang="en-IN" sz="1600" dirty="0"/>
          </a:p>
        </p:txBody>
      </p:sp>
      <p:pic>
        <p:nvPicPr>
          <p:cNvPr id="17" name="Picture 16">
            <a:extLst>
              <a:ext uri="{FF2B5EF4-FFF2-40B4-BE49-F238E27FC236}">
                <a16:creationId xmlns:a16="http://schemas.microsoft.com/office/drawing/2014/main" id="{B73DA35E-BAC5-2C39-552E-18B9B2443C02}"/>
              </a:ext>
            </a:extLst>
          </p:cNvPr>
          <p:cNvPicPr>
            <a:picLocks noChangeAspect="1"/>
          </p:cNvPicPr>
          <p:nvPr/>
        </p:nvPicPr>
        <p:blipFill>
          <a:blip r:embed="rId2"/>
          <a:stretch>
            <a:fillRect/>
          </a:stretch>
        </p:blipFill>
        <p:spPr>
          <a:xfrm>
            <a:off x="10451964" y="1335194"/>
            <a:ext cx="1467055" cy="866896"/>
          </a:xfrm>
          <a:prstGeom prst="rect">
            <a:avLst/>
          </a:prstGeom>
        </p:spPr>
      </p:pic>
      <p:graphicFrame>
        <p:nvGraphicFramePr>
          <p:cNvPr id="8" name="Table 7">
            <a:extLst>
              <a:ext uri="{FF2B5EF4-FFF2-40B4-BE49-F238E27FC236}">
                <a16:creationId xmlns:a16="http://schemas.microsoft.com/office/drawing/2014/main" id="{22D080E0-335E-7D0D-9ACF-6686DA36976B}"/>
              </a:ext>
            </a:extLst>
          </p:cNvPr>
          <p:cNvGraphicFramePr>
            <a:graphicFrameLocks noGrp="1"/>
          </p:cNvGraphicFramePr>
          <p:nvPr>
            <p:extLst>
              <p:ext uri="{D42A27DB-BD31-4B8C-83A1-F6EECF244321}">
                <p14:modId xmlns:p14="http://schemas.microsoft.com/office/powerpoint/2010/main" val="2038636163"/>
              </p:ext>
            </p:extLst>
          </p:nvPr>
        </p:nvGraphicFramePr>
        <p:xfrm>
          <a:off x="6180220" y="3342883"/>
          <a:ext cx="5628775" cy="2732421"/>
        </p:xfrm>
        <a:graphic>
          <a:graphicData uri="http://schemas.openxmlformats.org/drawingml/2006/table">
            <a:tbl>
              <a:tblPr>
                <a:tableStyleId>{22838BEF-8BB2-4498-84A7-C5851F593DF1}</a:tableStyleId>
              </a:tblPr>
              <a:tblGrid>
                <a:gridCol w="2505157">
                  <a:extLst>
                    <a:ext uri="{9D8B030D-6E8A-4147-A177-3AD203B41FA5}">
                      <a16:colId xmlns:a16="http://schemas.microsoft.com/office/drawing/2014/main" val="837497290"/>
                    </a:ext>
                  </a:extLst>
                </a:gridCol>
                <a:gridCol w="1539312">
                  <a:extLst>
                    <a:ext uri="{9D8B030D-6E8A-4147-A177-3AD203B41FA5}">
                      <a16:colId xmlns:a16="http://schemas.microsoft.com/office/drawing/2014/main" val="2358317515"/>
                    </a:ext>
                  </a:extLst>
                </a:gridCol>
                <a:gridCol w="1584306">
                  <a:extLst>
                    <a:ext uri="{9D8B030D-6E8A-4147-A177-3AD203B41FA5}">
                      <a16:colId xmlns:a16="http://schemas.microsoft.com/office/drawing/2014/main" val="2147425772"/>
                    </a:ext>
                  </a:extLst>
                </a:gridCol>
              </a:tblGrid>
              <a:tr h="220264">
                <a:tc>
                  <a:txBody>
                    <a:bodyPr/>
                    <a:lstStyle/>
                    <a:p>
                      <a:pPr>
                        <a:buNone/>
                      </a:pPr>
                      <a:r>
                        <a:rPr lang="en-IN" sz="1400" b="1"/>
                        <a:t>Metric</a:t>
                      </a:r>
                    </a:p>
                  </a:txBody>
                  <a:tcPr anchor="ctr"/>
                </a:tc>
                <a:tc>
                  <a:txBody>
                    <a:bodyPr/>
                    <a:lstStyle/>
                    <a:p>
                      <a:pPr>
                        <a:buNone/>
                      </a:pPr>
                      <a:r>
                        <a:rPr lang="en-IN" sz="1400" b="1"/>
                        <a:t>TF-IDF + cosine</a:t>
                      </a:r>
                    </a:p>
                  </a:txBody>
                  <a:tcPr anchor="ctr"/>
                </a:tc>
                <a:tc>
                  <a:txBody>
                    <a:bodyPr/>
                    <a:lstStyle/>
                    <a:p>
                      <a:pPr>
                        <a:buNone/>
                      </a:pPr>
                      <a:r>
                        <a:rPr lang="en-IN" sz="1400" b="1" dirty="0" err="1"/>
                        <a:t>MiniLM</a:t>
                      </a:r>
                      <a:r>
                        <a:rPr lang="en-IN" sz="1400" b="1" dirty="0"/>
                        <a:t> + cosine</a:t>
                      </a:r>
                    </a:p>
                  </a:txBody>
                  <a:tcPr anchor="ctr"/>
                </a:tc>
                <a:extLst>
                  <a:ext uri="{0D108BD9-81ED-4DB2-BD59-A6C34878D82A}">
                    <a16:rowId xmlns:a16="http://schemas.microsoft.com/office/drawing/2014/main" val="3486324716"/>
                  </a:ext>
                </a:extLst>
              </a:tr>
              <a:tr h="220264">
                <a:tc>
                  <a:txBody>
                    <a:bodyPr/>
                    <a:lstStyle/>
                    <a:p>
                      <a:pPr>
                        <a:buNone/>
                      </a:pPr>
                      <a:r>
                        <a:rPr lang="en-IN" sz="1400"/>
                        <a:t>Accuracy</a:t>
                      </a:r>
                    </a:p>
                  </a:txBody>
                  <a:tcPr anchor="ctr"/>
                </a:tc>
                <a:tc>
                  <a:txBody>
                    <a:bodyPr/>
                    <a:lstStyle/>
                    <a:p>
                      <a:pPr>
                        <a:buNone/>
                      </a:pPr>
                      <a:r>
                        <a:rPr lang="en-IN" sz="1400"/>
                        <a:t>71.37%</a:t>
                      </a:r>
                    </a:p>
                  </a:txBody>
                  <a:tcPr anchor="ctr"/>
                </a:tc>
                <a:tc>
                  <a:txBody>
                    <a:bodyPr/>
                    <a:lstStyle/>
                    <a:p>
                      <a:pPr>
                        <a:buNone/>
                      </a:pPr>
                      <a:r>
                        <a:rPr lang="en-IN" sz="1400"/>
                        <a:t>70.54%</a:t>
                      </a:r>
                    </a:p>
                  </a:txBody>
                  <a:tcPr anchor="ctr"/>
                </a:tc>
                <a:extLst>
                  <a:ext uri="{0D108BD9-81ED-4DB2-BD59-A6C34878D82A}">
                    <a16:rowId xmlns:a16="http://schemas.microsoft.com/office/drawing/2014/main" val="1435391440"/>
                  </a:ext>
                </a:extLst>
              </a:tr>
              <a:tr h="220264">
                <a:tc>
                  <a:txBody>
                    <a:bodyPr/>
                    <a:lstStyle/>
                    <a:p>
                      <a:pPr>
                        <a:buNone/>
                      </a:pPr>
                      <a:r>
                        <a:rPr lang="en-IN" sz="1400"/>
                        <a:t>Precision</a:t>
                      </a:r>
                    </a:p>
                  </a:txBody>
                  <a:tcPr anchor="ctr"/>
                </a:tc>
                <a:tc>
                  <a:txBody>
                    <a:bodyPr/>
                    <a:lstStyle/>
                    <a:p>
                      <a:pPr>
                        <a:buNone/>
                      </a:pPr>
                      <a:r>
                        <a:rPr lang="en-IN" sz="1400"/>
                        <a:t>72.65%</a:t>
                      </a:r>
                    </a:p>
                  </a:txBody>
                  <a:tcPr anchor="ctr"/>
                </a:tc>
                <a:tc>
                  <a:txBody>
                    <a:bodyPr/>
                    <a:lstStyle/>
                    <a:p>
                      <a:pPr>
                        <a:buNone/>
                      </a:pPr>
                      <a:r>
                        <a:rPr lang="en-IN" sz="1400"/>
                        <a:t>72.91%</a:t>
                      </a:r>
                    </a:p>
                  </a:txBody>
                  <a:tcPr anchor="ctr"/>
                </a:tc>
                <a:extLst>
                  <a:ext uri="{0D108BD9-81ED-4DB2-BD59-A6C34878D82A}">
                    <a16:rowId xmlns:a16="http://schemas.microsoft.com/office/drawing/2014/main" val="704811049"/>
                  </a:ext>
                </a:extLst>
              </a:tr>
              <a:tr h="220264">
                <a:tc>
                  <a:txBody>
                    <a:bodyPr/>
                    <a:lstStyle/>
                    <a:p>
                      <a:pPr>
                        <a:buNone/>
                      </a:pPr>
                      <a:r>
                        <a:rPr lang="en-IN" sz="1400"/>
                        <a:t>Recall</a:t>
                      </a:r>
                    </a:p>
                  </a:txBody>
                  <a:tcPr anchor="ctr"/>
                </a:tc>
                <a:tc>
                  <a:txBody>
                    <a:bodyPr/>
                    <a:lstStyle/>
                    <a:p>
                      <a:pPr>
                        <a:buNone/>
                      </a:pPr>
                      <a:r>
                        <a:rPr lang="en-IN" sz="1400"/>
                        <a:t>97.14%</a:t>
                      </a:r>
                    </a:p>
                  </a:txBody>
                  <a:tcPr anchor="ctr"/>
                </a:tc>
                <a:tc>
                  <a:txBody>
                    <a:bodyPr/>
                    <a:lstStyle/>
                    <a:p>
                      <a:pPr>
                        <a:buNone/>
                      </a:pPr>
                      <a:r>
                        <a:rPr lang="en-IN" sz="1400" dirty="0"/>
                        <a:t>94.57%</a:t>
                      </a:r>
                    </a:p>
                  </a:txBody>
                  <a:tcPr anchor="ctr"/>
                </a:tc>
                <a:extLst>
                  <a:ext uri="{0D108BD9-81ED-4DB2-BD59-A6C34878D82A}">
                    <a16:rowId xmlns:a16="http://schemas.microsoft.com/office/drawing/2014/main" val="1710825652"/>
                  </a:ext>
                </a:extLst>
              </a:tr>
              <a:tr h="220264">
                <a:tc>
                  <a:txBody>
                    <a:bodyPr/>
                    <a:lstStyle/>
                    <a:p>
                      <a:pPr>
                        <a:buNone/>
                      </a:pPr>
                      <a:r>
                        <a:rPr lang="en-IN" sz="1400"/>
                        <a:t>Macro-F1</a:t>
                      </a:r>
                    </a:p>
                  </a:txBody>
                  <a:tcPr anchor="ctr"/>
                </a:tc>
                <a:tc>
                  <a:txBody>
                    <a:bodyPr/>
                    <a:lstStyle/>
                    <a:p>
                      <a:pPr>
                        <a:buNone/>
                      </a:pPr>
                      <a:r>
                        <a:rPr lang="en-IN" sz="1400"/>
                        <a:t>44.30%</a:t>
                      </a:r>
                    </a:p>
                  </a:txBody>
                  <a:tcPr anchor="ctr"/>
                </a:tc>
                <a:tc>
                  <a:txBody>
                    <a:bodyPr/>
                    <a:lstStyle/>
                    <a:p>
                      <a:pPr>
                        <a:buNone/>
                      </a:pPr>
                      <a:r>
                        <a:rPr lang="en-IN" sz="1400"/>
                        <a:t>46.79%</a:t>
                      </a:r>
                    </a:p>
                  </a:txBody>
                  <a:tcPr anchor="ctr"/>
                </a:tc>
                <a:extLst>
                  <a:ext uri="{0D108BD9-81ED-4DB2-BD59-A6C34878D82A}">
                    <a16:rowId xmlns:a16="http://schemas.microsoft.com/office/drawing/2014/main" val="7903211"/>
                  </a:ext>
                </a:extLst>
              </a:tr>
              <a:tr h="220264">
                <a:tc>
                  <a:txBody>
                    <a:bodyPr/>
                    <a:lstStyle/>
                    <a:p>
                      <a:pPr>
                        <a:buNone/>
                      </a:pPr>
                      <a:r>
                        <a:rPr lang="en-IN" sz="1400"/>
                        <a:t>ROC-AUC</a:t>
                      </a:r>
                    </a:p>
                  </a:txBody>
                  <a:tcPr anchor="ctr"/>
                </a:tc>
                <a:tc>
                  <a:txBody>
                    <a:bodyPr/>
                    <a:lstStyle/>
                    <a:p>
                      <a:pPr>
                        <a:buNone/>
                      </a:pPr>
                      <a:r>
                        <a:rPr lang="en-IN" sz="1400"/>
                        <a:t>43.27%</a:t>
                      </a:r>
                    </a:p>
                  </a:txBody>
                  <a:tcPr anchor="ctr"/>
                </a:tc>
                <a:tc>
                  <a:txBody>
                    <a:bodyPr/>
                    <a:lstStyle/>
                    <a:p>
                      <a:pPr>
                        <a:buNone/>
                      </a:pPr>
                      <a:r>
                        <a:rPr lang="en-IN" sz="1400"/>
                        <a:t>47.73%</a:t>
                      </a:r>
                    </a:p>
                  </a:txBody>
                  <a:tcPr anchor="ctr"/>
                </a:tc>
                <a:extLst>
                  <a:ext uri="{0D108BD9-81ED-4DB2-BD59-A6C34878D82A}">
                    <a16:rowId xmlns:a16="http://schemas.microsoft.com/office/drawing/2014/main" val="1340924807"/>
                  </a:ext>
                </a:extLst>
              </a:tr>
              <a:tr h="385461">
                <a:tc>
                  <a:txBody>
                    <a:bodyPr/>
                    <a:lstStyle/>
                    <a:p>
                      <a:pPr>
                        <a:buNone/>
                      </a:pPr>
                      <a:r>
                        <a:rPr lang="en-IN" sz="1400"/>
                        <a:t>Edited-headline rejection rate</a:t>
                      </a:r>
                    </a:p>
                  </a:txBody>
                  <a:tcPr anchor="ctr"/>
                </a:tc>
                <a:tc>
                  <a:txBody>
                    <a:bodyPr/>
                    <a:lstStyle/>
                    <a:p>
                      <a:pPr>
                        <a:buNone/>
                      </a:pPr>
                      <a:r>
                        <a:rPr lang="en-IN" sz="1400"/>
                        <a:t>3.03%</a:t>
                      </a:r>
                    </a:p>
                  </a:txBody>
                  <a:tcPr anchor="ctr"/>
                </a:tc>
                <a:tc>
                  <a:txBody>
                    <a:bodyPr/>
                    <a:lstStyle/>
                    <a:p>
                      <a:pPr>
                        <a:buNone/>
                      </a:pPr>
                      <a:r>
                        <a:rPr lang="en-IN" sz="1400"/>
                        <a:t>6.82%</a:t>
                      </a:r>
                    </a:p>
                  </a:txBody>
                  <a:tcPr anchor="ctr"/>
                </a:tc>
                <a:extLst>
                  <a:ext uri="{0D108BD9-81ED-4DB2-BD59-A6C34878D82A}">
                    <a16:rowId xmlns:a16="http://schemas.microsoft.com/office/drawing/2014/main" val="2423004463"/>
                  </a:ext>
                </a:extLst>
              </a:tr>
              <a:tr h="385461">
                <a:tc>
                  <a:txBody>
                    <a:bodyPr/>
                    <a:lstStyle/>
                    <a:p>
                      <a:pPr>
                        <a:buNone/>
                      </a:pPr>
                      <a:r>
                        <a:rPr lang="en-IN" sz="1400"/>
                        <a:t>Paired original/edit flip success</a:t>
                      </a:r>
                    </a:p>
                  </a:txBody>
                  <a:tcPr anchor="ctr"/>
                </a:tc>
                <a:tc>
                  <a:txBody>
                    <a:bodyPr/>
                    <a:lstStyle/>
                    <a:p>
                      <a:pPr>
                        <a:buNone/>
                      </a:pPr>
                      <a:r>
                        <a:rPr lang="en-IN" sz="1400"/>
                        <a:t>2.27%</a:t>
                      </a:r>
                    </a:p>
                  </a:txBody>
                  <a:tcPr anchor="ctr"/>
                </a:tc>
                <a:tc>
                  <a:txBody>
                    <a:bodyPr/>
                    <a:lstStyle/>
                    <a:p>
                      <a:pPr>
                        <a:buNone/>
                      </a:pPr>
                      <a:r>
                        <a:rPr lang="en-IN" sz="1400" dirty="0"/>
                        <a:t>1.52%</a:t>
                      </a:r>
                    </a:p>
                  </a:txBody>
                  <a:tcPr anchor="ctr"/>
                </a:tc>
                <a:extLst>
                  <a:ext uri="{0D108BD9-81ED-4DB2-BD59-A6C34878D82A}">
                    <a16:rowId xmlns:a16="http://schemas.microsoft.com/office/drawing/2014/main" val="2568807730"/>
                  </a:ext>
                </a:extLst>
              </a:tr>
            </a:tbl>
          </a:graphicData>
        </a:graphic>
      </p:graphicFrame>
      <p:sp>
        <p:nvSpPr>
          <p:cNvPr id="11" name="Content Placeholder 4">
            <a:extLst>
              <a:ext uri="{FF2B5EF4-FFF2-40B4-BE49-F238E27FC236}">
                <a16:creationId xmlns:a16="http://schemas.microsoft.com/office/drawing/2014/main" id="{FC813590-0FA9-C82D-9176-BBC14BA7A47E}"/>
              </a:ext>
            </a:extLst>
          </p:cNvPr>
          <p:cNvSpPr txBox="1">
            <a:spLocks/>
          </p:cNvSpPr>
          <p:nvPr/>
        </p:nvSpPr>
        <p:spPr>
          <a:xfrm>
            <a:off x="6095673" y="1523961"/>
            <a:ext cx="5339133" cy="427310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1pPr>
            <a:lvl2pPr marL="6858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2pPr>
            <a:lvl3pPr marL="11430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3pPr>
            <a:lvl4pPr marL="160020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4pPr>
            <a:lvl5pPr marL="2114550" indent="-228600" algn="l" defTabSz="914400" rtl="0" eaLnBrk="1" latinLnBrk="0" hangingPunct="1">
              <a:lnSpc>
                <a:spcPct val="100000"/>
              </a:lnSpc>
              <a:spcBef>
                <a:spcPts val="500"/>
              </a:spcBef>
              <a:buFont typeface="Courier New" panose="02070309020205020404" pitchFamily="49" charset="0"/>
              <a:buChar char="o"/>
              <a:defRPr sz="1800" kern="1200">
                <a:solidFill>
                  <a:schemeClr val="tx1"/>
                </a:solidFill>
                <a:latin typeface="+mn-lt"/>
                <a:ea typeface="+mn-ea"/>
                <a:cs typeface="Georgia Pro" panose="02040502050405020303"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600" dirty="0"/>
              <a:t>These results show that strong overall test performance does not guarantee sensitivity to subtle factual changes. </a:t>
            </a:r>
          </a:p>
          <a:p>
            <a:r>
              <a:rPr lang="en-IN" sz="1600" dirty="0"/>
              <a:t>The challenge metrics apply to the </a:t>
            </a:r>
            <a:r>
              <a:rPr lang="en-IN" sz="1600" b="1" dirty="0"/>
              <a:t>482 scored examples</a:t>
            </a:r>
            <a:r>
              <a:rPr lang="en-IN" sz="1600" dirty="0"/>
              <a:t>, not all 500 initial candidates; the 132 edits were manually approved.</a:t>
            </a:r>
          </a:p>
        </p:txBody>
      </p:sp>
    </p:spTree>
    <p:extLst>
      <p:ext uri="{BB962C8B-B14F-4D97-AF65-F5344CB8AC3E}">
        <p14:creationId xmlns:p14="http://schemas.microsoft.com/office/powerpoint/2010/main" val="213794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B173-118C-E96E-97E6-944E372DC1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DEB0FD-6968-DF70-7F1A-71E9A55818C8}"/>
              </a:ext>
            </a:extLst>
          </p:cNvPr>
          <p:cNvSpPr>
            <a:spLocks noGrp="1"/>
          </p:cNvSpPr>
          <p:nvPr>
            <p:ph type="title"/>
          </p:nvPr>
        </p:nvSpPr>
        <p:spPr>
          <a:xfrm>
            <a:off x="448055" y="240673"/>
            <a:ext cx="11295237" cy="1283288"/>
          </a:xfrm>
        </p:spPr>
        <p:txBody>
          <a:bodyPr/>
          <a:lstStyle/>
          <a:p>
            <a:r>
              <a:rPr lang="en-IN" b="1" dirty="0">
                <a:solidFill>
                  <a:srgbClr val="142C3E"/>
                </a:solidFill>
                <a:latin typeface="Arial" panose="020B0604020202020204" pitchFamily="34" charset="0"/>
                <a:cs typeface="Arial" panose="020B0604020202020204" pitchFamily="34" charset="0"/>
              </a:rPr>
              <a:t>Conclusion, Limitations, and Future Work</a:t>
            </a:r>
          </a:p>
        </p:txBody>
      </p:sp>
      <p:sp>
        <p:nvSpPr>
          <p:cNvPr id="5" name="Content Placeholder 4">
            <a:extLst>
              <a:ext uri="{FF2B5EF4-FFF2-40B4-BE49-F238E27FC236}">
                <a16:creationId xmlns:a16="http://schemas.microsoft.com/office/drawing/2014/main" id="{B3600E80-43FA-2AB5-D8F2-941BDE11BDCE}"/>
              </a:ext>
            </a:extLst>
          </p:cNvPr>
          <p:cNvSpPr>
            <a:spLocks noGrp="1"/>
          </p:cNvSpPr>
          <p:nvPr>
            <p:ph sz="half" idx="2"/>
          </p:nvPr>
        </p:nvSpPr>
        <p:spPr>
          <a:xfrm>
            <a:off x="448056" y="1522064"/>
            <a:ext cx="5909785" cy="4541852"/>
          </a:xfrm>
        </p:spPr>
        <p:txBody>
          <a:bodyPr>
            <a:noAutofit/>
          </a:bodyPr>
          <a:lstStyle/>
          <a:p>
            <a:pPr marL="0" indent="0">
              <a:buNone/>
            </a:pPr>
            <a:r>
              <a:rPr lang="en-IN" sz="1600" b="1" dirty="0"/>
              <a:t>Conclusion</a:t>
            </a:r>
            <a:endParaRPr lang="en-IN" sz="1600" dirty="0"/>
          </a:p>
          <a:p>
            <a:pPr lvl="0"/>
            <a:r>
              <a:rPr lang="en-IN" sz="1600" dirty="0" err="1"/>
              <a:t>MiniLM</a:t>
            </a:r>
            <a:r>
              <a:rPr lang="en-IN" sz="1600" dirty="0"/>
              <a:t> + cosine outperformed TF-IDF + cosine on all five official-test metrics.</a:t>
            </a:r>
          </a:p>
          <a:p>
            <a:pPr lvl="0"/>
            <a:r>
              <a:rPr lang="en-IN" sz="1600" dirty="0"/>
              <a:t>Both models struggled to detect subtle numerical edits in the modified-headline challenge.</a:t>
            </a:r>
          </a:p>
          <a:p>
            <a:pPr lvl="0"/>
            <a:r>
              <a:rPr lang="en-IN" sz="1600" dirty="0"/>
              <a:t>Strong official-test performance did not translate into reliable factual-edit detection.</a:t>
            </a:r>
          </a:p>
          <a:p>
            <a:pPr marL="0" indent="0">
              <a:buNone/>
            </a:pPr>
            <a:r>
              <a:rPr lang="en-IN" sz="1600" b="1" dirty="0"/>
              <a:t>Limitations</a:t>
            </a:r>
            <a:endParaRPr lang="en-IN" sz="1600" dirty="0"/>
          </a:p>
          <a:p>
            <a:pPr lvl="0"/>
            <a:r>
              <a:rPr lang="en-IN" sz="1600" dirty="0"/>
              <a:t>The challenge contained 132 manually approved numeric edits and did not cover all types of misleading headlines.</a:t>
            </a:r>
          </a:p>
          <a:p>
            <a:pPr lvl="0"/>
            <a:r>
              <a:rPr lang="en-IN" sz="1600" dirty="0"/>
              <a:t>Challenge articles came from FNC-1, so performance on new news sources is unknown.</a:t>
            </a:r>
          </a:p>
          <a:p>
            <a:pPr lvl="0"/>
            <a:r>
              <a:rPr lang="en-IN" sz="1600" dirty="0"/>
              <a:t>Cosine similarity measures relatedness; it does not directly verify factual support.</a:t>
            </a:r>
          </a:p>
        </p:txBody>
      </p:sp>
      <p:sp>
        <p:nvSpPr>
          <p:cNvPr id="6" name="Content Placeholder 5">
            <a:extLst>
              <a:ext uri="{FF2B5EF4-FFF2-40B4-BE49-F238E27FC236}">
                <a16:creationId xmlns:a16="http://schemas.microsoft.com/office/drawing/2014/main" id="{C2213B6A-D27F-E498-B44D-2A61021E4577}"/>
              </a:ext>
            </a:extLst>
          </p:cNvPr>
          <p:cNvSpPr>
            <a:spLocks noGrp="1"/>
          </p:cNvSpPr>
          <p:nvPr>
            <p:ph sz="quarter" idx="4"/>
          </p:nvPr>
        </p:nvSpPr>
        <p:spPr>
          <a:xfrm>
            <a:off x="6357842" y="1522064"/>
            <a:ext cx="5385451" cy="4253898"/>
          </a:xfrm>
        </p:spPr>
        <p:txBody>
          <a:bodyPr>
            <a:noAutofit/>
          </a:bodyPr>
          <a:lstStyle/>
          <a:p>
            <a:pPr marL="0" indent="0">
              <a:buNone/>
            </a:pPr>
            <a:r>
              <a:rPr lang="en-IN" sz="1600" b="1" dirty="0"/>
              <a:t>Future work</a:t>
            </a:r>
            <a:endParaRPr lang="en-IN" sz="1600" dirty="0"/>
          </a:p>
          <a:p>
            <a:pPr lvl="0"/>
            <a:r>
              <a:rPr lang="en-IN" sz="1600" dirty="0"/>
              <a:t>Expand reviewed edits to include people, places, dates, events, and numbers.</a:t>
            </a:r>
          </a:p>
          <a:p>
            <a:pPr lvl="0"/>
            <a:r>
              <a:rPr lang="en-IN" sz="1600" dirty="0"/>
              <a:t>Test the models on articles from independent news sources.</a:t>
            </a:r>
          </a:p>
          <a:p>
            <a:pPr lvl="0"/>
            <a:r>
              <a:rPr lang="en-IN" sz="1600" dirty="0"/>
              <a:t>Evaluate a fact-verification or Natural Language Inference (NLI) model, such as </a:t>
            </a:r>
            <a:r>
              <a:rPr lang="en-IN" sz="1600" dirty="0" err="1"/>
              <a:t>DeBERTa</a:t>
            </a:r>
            <a:r>
              <a:rPr lang="en-IN" sz="1600" dirty="0"/>
              <a:t>-NLI.</a:t>
            </a:r>
          </a:p>
          <a:p>
            <a:pPr lvl="0"/>
            <a:r>
              <a:rPr lang="en-IN" sz="1600" dirty="0"/>
              <a:t>Tune decision thresholds on validation data and reserve a separate test set for final evaluation.</a:t>
            </a:r>
          </a:p>
        </p:txBody>
      </p:sp>
    </p:spTree>
    <p:extLst>
      <p:ext uri="{BB962C8B-B14F-4D97-AF65-F5344CB8AC3E}">
        <p14:creationId xmlns:p14="http://schemas.microsoft.com/office/powerpoint/2010/main" val="232309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DAC2101-CE35-6065-B114-2DB6D5F5D4B9}"/>
              </a:ext>
            </a:extLst>
          </p:cNvPr>
          <p:cNvSpPr>
            <a:spLocks noGrp="1"/>
          </p:cNvSpPr>
          <p:nvPr>
            <p:ph type="ctrTitle"/>
          </p:nvPr>
        </p:nvSpPr>
        <p:spPr>
          <a:xfrm>
            <a:off x="2924552" y="4319337"/>
            <a:ext cx="6342896" cy="901289"/>
          </a:xfrm>
        </p:spPr>
        <p:txBody>
          <a:bodyPr/>
          <a:lstStyle/>
          <a:p>
            <a:r>
              <a:rPr lang="en-US" dirty="0"/>
              <a:t>THANK you</a:t>
            </a:r>
          </a:p>
        </p:txBody>
      </p:sp>
      <p:sp>
        <p:nvSpPr>
          <p:cNvPr id="3" name="Subtitle 2">
            <a:extLst>
              <a:ext uri="{FF2B5EF4-FFF2-40B4-BE49-F238E27FC236}">
                <a16:creationId xmlns:a16="http://schemas.microsoft.com/office/drawing/2014/main" id="{2327E168-C1E7-E8FC-5388-9CD102910597}"/>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96657461-5427-8D8A-6DFC-3EBB0CD02750}"/>
              </a:ext>
            </a:extLst>
          </p:cNvPr>
          <p:cNvPicPr>
            <a:picLocks noChangeAspect="1"/>
          </p:cNvPicPr>
          <p:nvPr/>
        </p:nvPicPr>
        <p:blipFill>
          <a:blip r:embed="rId2"/>
          <a:stretch>
            <a:fillRect/>
          </a:stretch>
        </p:blipFill>
        <p:spPr>
          <a:xfrm>
            <a:off x="4560158" y="551676"/>
            <a:ext cx="3071683" cy="3013359"/>
          </a:xfrm>
          <a:prstGeom prst="rect">
            <a:avLst/>
          </a:prstGeom>
        </p:spPr>
      </p:pic>
    </p:spTree>
    <p:extLst>
      <p:ext uri="{BB962C8B-B14F-4D97-AF65-F5344CB8AC3E}">
        <p14:creationId xmlns:p14="http://schemas.microsoft.com/office/powerpoint/2010/main" val="149465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a:themeElements>
    <a:clrScheme name="F5F2EB">
      <a:dk1>
        <a:srgbClr val="000000"/>
      </a:dk1>
      <a:lt1>
        <a:srgbClr val="FFFFFF"/>
      </a:lt1>
      <a:dk2>
        <a:srgbClr val="44546A"/>
      </a:dk2>
      <a:lt2>
        <a:srgbClr val="E7E4E6"/>
      </a:lt2>
      <a:accent1>
        <a:srgbClr val="D96564"/>
      </a:accent1>
      <a:accent2>
        <a:srgbClr val="108669"/>
      </a:accent2>
      <a:accent3>
        <a:srgbClr val="84B278"/>
      </a:accent3>
      <a:accent4>
        <a:srgbClr val="F5F2EB"/>
      </a:accent4>
      <a:accent5>
        <a:srgbClr val="E89284"/>
      </a:accent5>
      <a:accent6>
        <a:srgbClr val="004D1C"/>
      </a:accent6>
      <a:hlink>
        <a:srgbClr val="108669"/>
      </a:hlink>
      <a:folHlink>
        <a:srgbClr val="D96564"/>
      </a:folHlink>
    </a:clrScheme>
    <a:fontScheme name="Custom 38">
      <a:majorFont>
        <a:latin typeface="Posterama"/>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309028_win32_LW_V4" id="{74888464-C70A-42F8-9CFC-7B0A59C5395A}" vid="{A1E7A734-C834-4183-B67C-9D9A3DA31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E8F7C-40E7-4230-B95E-A7E489894944}">
  <ds:schemaRefs>
    <ds:schemaRef ds:uri="http://www.w3.org/XML/1998/namespace"/>
    <ds:schemaRef ds:uri="http://purl.org/dc/dcmitype/"/>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 ds:uri="230e9df3-be65-4c73-a93b-d1236ebd677e"/>
    <ds:schemaRef ds:uri="http://schemas.microsoft.com/office/infopath/2007/PartnerControls"/>
    <ds:schemaRef ds:uri="16c05727-aa75-4e4a-9b5f-8a80a1165891"/>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2319306A-3B4F-4CF2-A434-AAF2D6917C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53791F-F5A3-4DD5-A653-7AA42E82FCC4}">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Feathered design</Template>
  <TotalTime>69</TotalTime>
  <Words>1195</Words>
  <Application>Microsoft Office PowerPoint</Application>
  <PresentationFormat>Widescreen</PresentationFormat>
  <Paragraphs>163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Courier New</vt:lpstr>
      <vt:lpstr>Georgia Pro Light</vt:lpstr>
      <vt:lpstr>Posterama</vt:lpstr>
      <vt:lpstr>Custom</vt:lpstr>
      <vt:lpstr>Headline and article semantic consistency</vt:lpstr>
      <vt:lpstr>Real-world problem  Why headline consistency matters</vt:lpstr>
      <vt:lpstr>Research question and hypothesis</vt:lpstr>
      <vt:lpstr>Dataset Description Dataset: Fake News Challenge (FNC-1)</vt:lpstr>
      <vt:lpstr>Methodology</vt:lpstr>
      <vt:lpstr>Experimental Setup</vt:lpstr>
      <vt:lpstr>Official-Test Results</vt:lpstr>
      <vt:lpstr>Modified-Headline Challenge and Failure Cases</vt:lpstr>
      <vt:lpstr>Conclusion, Limitations, and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Singh</dc:creator>
  <cp:lastModifiedBy>Ankit Singh</cp:lastModifiedBy>
  <cp:revision>14</cp:revision>
  <dcterms:created xsi:type="dcterms:W3CDTF">2026-10-22T17:02:04Z</dcterms:created>
  <dcterms:modified xsi:type="dcterms:W3CDTF">2026-10-22T18:14:51Z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